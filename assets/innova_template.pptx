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Montserrat SemiBold"/>
      <p:regular r:id="rId23"/>
      <p:bold r:id="rId24"/>
      <p:italic r:id="rId25"/>
      <p:boldItalic r:id="rId26"/>
    </p:embeddedFont>
    <p:embeddedFont>
      <p:font typeface="Roboto"/>
      <p:regular r:id="rId27"/>
      <p:bold r:id="rId28"/>
      <p:italic r:id="rId29"/>
      <p:boldItalic r:id="rId30"/>
    </p:embeddedFont>
    <p:embeddedFont>
      <p:font typeface="Chewy"/>
      <p:regular r:id="rId31"/>
    </p:embeddedFont>
    <p:embeddedFont>
      <p:font typeface="Nunito"/>
      <p:regular r:id="rId32"/>
      <p:bold r:id="rId33"/>
      <p:italic r:id="rId34"/>
      <p:boldItalic r:id="rId35"/>
    </p:embeddedFont>
    <p:embeddedFont>
      <p:font typeface="Montserrat"/>
      <p:regular r:id="rId36"/>
      <p:bold r:id="rId37"/>
      <p:italic r:id="rId38"/>
      <p:boldItalic r:id="rId39"/>
    </p:embeddedFont>
    <p:embeddedFont>
      <p:font typeface="Maven Pro"/>
      <p:regular r:id="rId40"/>
      <p:bold r:id="rId41"/>
    </p:embeddedFont>
    <p:embeddedFont>
      <p:font typeface="Montserrat Light"/>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6" roundtripDataSignature="AMtx7miv17OM3RWQPxutDmuQu5JUakxh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10E070-846C-40B8-A474-8AF858F5C199}">
  <a:tblStyle styleId="{6F10E070-846C-40B8-A474-8AF858F5C19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avenPro-regular.fntdata"/><Relationship Id="rId20" Type="http://schemas.openxmlformats.org/officeDocument/2006/relationships/slide" Target="slides/slide14.xml"/><Relationship Id="rId42" Type="http://schemas.openxmlformats.org/officeDocument/2006/relationships/font" Target="fonts/MontserratLight-regular.fntdata"/><Relationship Id="rId41" Type="http://schemas.openxmlformats.org/officeDocument/2006/relationships/font" Target="fonts/MavenPro-bold.fntdata"/><Relationship Id="rId22" Type="http://schemas.openxmlformats.org/officeDocument/2006/relationships/slide" Target="slides/slide16.xml"/><Relationship Id="rId44" Type="http://schemas.openxmlformats.org/officeDocument/2006/relationships/font" Target="fonts/MontserratLight-italic.fntdata"/><Relationship Id="rId21" Type="http://schemas.openxmlformats.org/officeDocument/2006/relationships/slide" Target="slides/slide15.xml"/><Relationship Id="rId43" Type="http://schemas.openxmlformats.org/officeDocument/2006/relationships/font" Target="fonts/MontserratLight-bold.fntdata"/><Relationship Id="rId24" Type="http://schemas.openxmlformats.org/officeDocument/2006/relationships/font" Target="fonts/MontserratSemiBold-bold.fntdata"/><Relationship Id="rId46" Type="http://customschemas.google.com/relationships/presentationmetadata" Target="metadata"/><Relationship Id="rId23" Type="http://schemas.openxmlformats.org/officeDocument/2006/relationships/font" Target="fonts/MontserratSemiBold-regular.fntdata"/><Relationship Id="rId45" Type="http://schemas.openxmlformats.org/officeDocument/2006/relationships/font" Target="fonts/Montserrat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SemiBold-boldItalic.fntdata"/><Relationship Id="rId25" Type="http://schemas.openxmlformats.org/officeDocument/2006/relationships/font" Target="fonts/MontserratSemiBold-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hewy-regular.fntdata"/><Relationship Id="rId30" Type="http://schemas.openxmlformats.org/officeDocument/2006/relationships/font" Target="fonts/Roboto-boldItalic.fntdata"/><Relationship Id="rId11" Type="http://schemas.openxmlformats.org/officeDocument/2006/relationships/slide" Target="slides/slide5.xml"/><Relationship Id="rId33" Type="http://schemas.openxmlformats.org/officeDocument/2006/relationships/font" Target="fonts/Nunito-bold.fntdata"/><Relationship Id="rId10" Type="http://schemas.openxmlformats.org/officeDocument/2006/relationships/slide" Target="slides/slide4.xml"/><Relationship Id="rId32" Type="http://schemas.openxmlformats.org/officeDocument/2006/relationships/font" Target="fonts/Nunito-regular.fntdata"/><Relationship Id="rId13" Type="http://schemas.openxmlformats.org/officeDocument/2006/relationships/slide" Target="slides/slide7.xml"/><Relationship Id="rId35" Type="http://schemas.openxmlformats.org/officeDocument/2006/relationships/font" Target="fonts/Nunito-boldItalic.fntdata"/><Relationship Id="rId12" Type="http://schemas.openxmlformats.org/officeDocument/2006/relationships/slide" Target="slides/slide6.xml"/><Relationship Id="rId34" Type="http://schemas.openxmlformats.org/officeDocument/2006/relationships/font" Target="fonts/Nunito-italic.fntdata"/><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 name="Google Shape;4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f8d4e882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f8d4e882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b34f8d910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3bb34f8d910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087f80342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3e087f80342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8d64c98b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8d64c98b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8d64c98b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f8d64c98b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8d64c98b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f8d64c98b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3edb91c51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393edb91c51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93edb91c51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393edb91c51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93edb91c51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393edb91c5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8d64c98be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3f8d64c98be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93edb91c51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393edb91c51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12"/>
          <p:cNvSpPr txBox="1"/>
          <p:nvPr>
            <p:ph type="ctrTitle"/>
          </p:nvPr>
        </p:nvSpPr>
        <p:spPr>
          <a:xfrm>
            <a:off x="576853" y="1243683"/>
            <a:ext cx="5361300" cy="1448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1" name="Google Shape;11;p12"/>
          <p:cNvSpPr txBox="1"/>
          <p:nvPr>
            <p:ph idx="1" type="subTitle"/>
          </p:nvPr>
        </p:nvSpPr>
        <p:spPr>
          <a:xfrm>
            <a:off x="576850" y="2473883"/>
            <a:ext cx="5361300" cy="522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1300"/>
              <a:buFont typeface="Montserrat"/>
              <a:buNone/>
              <a:defRPr>
                <a:solidFill>
                  <a:schemeClr val="dk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y descripción 1">
  <p:cSld name="SECTION_TITLE_AND_DESCRIPTION">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1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4"/>
          <p:cNvSpPr txBox="1"/>
          <p:nvPr>
            <p:ph type="title"/>
          </p:nvPr>
        </p:nvSpPr>
        <p:spPr>
          <a:xfrm>
            <a:off x="791075" y="62805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1pPr>
            <a:lvl2pPr lvl="1"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2pPr>
            <a:lvl3pPr lvl="2"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3pPr>
            <a:lvl4pPr lvl="3"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4pPr>
            <a:lvl5pPr lvl="4"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5pPr>
            <a:lvl6pPr lvl="5"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6pPr>
            <a:lvl7pPr lvl="6"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7pPr>
            <a:lvl8pPr lvl="7"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8pPr>
            <a:lvl9pPr lvl="8"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9pPr>
          </a:lstStyle>
          <a:p/>
        </p:txBody>
      </p:sp>
      <p:sp>
        <p:nvSpPr>
          <p:cNvPr id="15" name="Google Shape;15;p14"/>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A669E"/>
              </a:buClr>
              <a:buSzPts val="1600"/>
              <a:buFont typeface="Montserrat Light"/>
              <a:buNone/>
              <a:defRPr sz="1600">
                <a:solidFill>
                  <a:srgbClr val="1A669E"/>
                </a:solidFill>
                <a:latin typeface="Montserrat Light"/>
                <a:ea typeface="Montserrat Light"/>
                <a:cs typeface="Montserrat Light"/>
                <a:sym typeface="Montserrat Light"/>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6" name="Google Shape;16;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pic>
        <p:nvPicPr>
          <p:cNvPr id="17" name="Google Shape;17;p14"/>
          <p:cNvPicPr preferRelativeResize="0"/>
          <p:nvPr/>
        </p:nvPicPr>
        <p:blipFill rotWithShape="1">
          <a:blip r:embed="rId3">
            <a:alphaModFix/>
          </a:blip>
          <a:srcRect b="0" l="0" r="0" t="0"/>
          <a:stretch/>
        </p:blipFill>
        <p:spPr>
          <a:xfrm>
            <a:off x="7598969" y="367473"/>
            <a:ext cx="1160505" cy="260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type="secHead">
  <p:cSld name="SECTION_HEADER">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21"/>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200"/>
              <a:buFont typeface="Montserrat"/>
              <a:buNone/>
              <a:defRPr b="1" sz="3200">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20" name="Google Shape;20;p2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2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1" type="tx">
  <p:cSld name="TITLE_AND_BODY">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13"/>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A669E"/>
              </a:buClr>
              <a:buSzPts val="2800"/>
              <a:buFont typeface="Montserrat SemiBold"/>
              <a:buNone/>
              <a:defRPr>
                <a:solidFill>
                  <a:srgbClr val="1A669E"/>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5" name="Google Shape;25;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1">
  <p:cSld name="MAIN_POINT">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17"/>
          <p:cNvSpPr txBox="1"/>
          <p:nvPr>
            <p:ph type="title"/>
          </p:nvPr>
        </p:nvSpPr>
        <p:spPr>
          <a:xfrm>
            <a:off x="807904" y="1258421"/>
            <a:ext cx="6366900" cy="2539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1A669E"/>
              </a:buClr>
              <a:buSzPts val="3200"/>
              <a:buFont typeface="Montserrat"/>
              <a:buNone/>
              <a:defRPr b="1" sz="3200">
                <a:solidFill>
                  <a:srgbClr val="1A669E"/>
                </a:solidFill>
                <a:latin typeface="Montserrat"/>
                <a:ea typeface="Montserrat"/>
                <a:cs typeface="Montserrat"/>
                <a:sym typeface="Montserrat"/>
              </a:defRPr>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28" name="Google Shape;28;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y descripción 2">
  <p:cSld name="SECTION_TITLE_AND_DESCRIPTION_1">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9"/>
          <p:cNvSpPr txBox="1"/>
          <p:nvPr>
            <p:ph type="title"/>
          </p:nvPr>
        </p:nvSpPr>
        <p:spPr>
          <a:xfrm>
            <a:off x="791075" y="62805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1pPr>
            <a:lvl2pPr lvl="1"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2pPr>
            <a:lvl3pPr lvl="2"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3pPr>
            <a:lvl4pPr lvl="3"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4pPr>
            <a:lvl5pPr lvl="4"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5pPr>
            <a:lvl6pPr lvl="5"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6pPr>
            <a:lvl7pPr lvl="6"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7pPr>
            <a:lvl8pPr lvl="7"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8pPr>
            <a:lvl9pPr lvl="8" algn="l">
              <a:lnSpc>
                <a:spcPct val="100000"/>
              </a:lnSpc>
              <a:spcBef>
                <a:spcPts val="0"/>
              </a:spcBef>
              <a:spcAft>
                <a:spcPts val="0"/>
              </a:spcAft>
              <a:buClr>
                <a:srgbClr val="1A669E"/>
              </a:buClr>
              <a:buSzPts val="3000"/>
              <a:buFont typeface="Montserrat SemiBold"/>
              <a:buNone/>
              <a:defRPr sz="3000">
                <a:solidFill>
                  <a:srgbClr val="1A669E"/>
                </a:solidFill>
                <a:latin typeface="Montserrat SemiBold"/>
                <a:ea typeface="Montserrat SemiBold"/>
                <a:cs typeface="Montserrat SemiBold"/>
                <a:sym typeface="Montserrat SemiBold"/>
              </a:defRPr>
            </a:lvl9pPr>
          </a:lstStyle>
          <a:p/>
        </p:txBody>
      </p:sp>
      <p:sp>
        <p:nvSpPr>
          <p:cNvPr id="32" name="Google Shape;32;p19"/>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A669E"/>
              </a:buClr>
              <a:buSzPts val="1600"/>
              <a:buFont typeface="Montserrat Light"/>
              <a:buNone/>
              <a:defRPr sz="1600">
                <a:solidFill>
                  <a:srgbClr val="1A669E"/>
                </a:solidFill>
                <a:latin typeface="Montserrat Light"/>
                <a:ea typeface="Montserrat Light"/>
                <a:cs typeface="Montserrat Light"/>
                <a:sym typeface="Montserrat Light"/>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33" name="Google Shape;33;p1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pic>
        <p:nvPicPr>
          <p:cNvPr id="34" name="Google Shape;34;p19"/>
          <p:cNvPicPr preferRelativeResize="0"/>
          <p:nvPr/>
        </p:nvPicPr>
        <p:blipFill rotWithShape="1">
          <a:blip r:embed="rId3">
            <a:alphaModFix/>
          </a:blip>
          <a:srcRect b="0" l="0" r="0" t="0"/>
          <a:stretch/>
        </p:blipFill>
        <p:spPr>
          <a:xfrm>
            <a:off x="7598969" y="367473"/>
            <a:ext cx="1160505" cy="260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2">
  <p:cSld name="MAIN_POINT_2">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22"/>
          <p:cNvSpPr txBox="1"/>
          <p:nvPr>
            <p:ph type="title"/>
          </p:nvPr>
        </p:nvSpPr>
        <p:spPr>
          <a:xfrm>
            <a:off x="807904" y="1258421"/>
            <a:ext cx="6366900" cy="2539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741752"/>
              </a:buClr>
              <a:buSzPts val="3200"/>
              <a:buFont typeface="Montserrat"/>
              <a:buNone/>
              <a:defRPr b="1" sz="3200">
                <a:solidFill>
                  <a:srgbClr val="741752"/>
                </a:solidFill>
                <a:latin typeface="Montserrat"/>
                <a:ea typeface="Montserrat"/>
                <a:cs typeface="Montserrat"/>
                <a:sym typeface="Montserrat"/>
              </a:defRPr>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37" name="Google Shape;37;p2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2">
  <p:cSld name="TITLE_AND_BODY_1">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23"/>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A669E"/>
              </a:buClr>
              <a:buSzPts val="2800"/>
              <a:buFont typeface="Montserrat SemiBold"/>
              <a:buNone/>
              <a:defRPr>
                <a:solidFill>
                  <a:srgbClr val="1A669E"/>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0" name="Google Shape;40;p2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2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1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gif"/><Relationship Id="rId4" Type="http://schemas.openxmlformats.org/officeDocument/2006/relationships/image" Target="../media/image30.gif"/><Relationship Id="rId5" Type="http://schemas.openxmlformats.org/officeDocument/2006/relationships/image" Target="../media/image20.gif"/><Relationship Id="rId6" Type="http://schemas.openxmlformats.org/officeDocument/2006/relationships/image" Target="../media/image8.png"/><Relationship Id="rId7" Type="http://schemas.openxmlformats.org/officeDocument/2006/relationships/image" Target="../media/image11.gif"/><Relationship Id="rId8" Type="http://schemas.openxmlformats.org/officeDocument/2006/relationships/image" Target="../media/image16.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gif"/><Relationship Id="rId4" Type="http://schemas.openxmlformats.org/officeDocument/2006/relationships/image" Target="../media/image1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27.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ww.youtube.com/watch?v=yiZkk4xdANg" TargetMode="External"/><Relationship Id="rId4"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gif"/><Relationship Id="rId4" Type="http://schemas.openxmlformats.org/officeDocument/2006/relationships/image" Target="../media/image31.gif"/><Relationship Id="rId5" Type="http://schemas.openxmlformats.org/officeDocument/2006/relationships/hyperlink" Target="http://www.youtube.com/watch?v=y_GpIJFM51k" TargetMode="External"/><Relationship Id="rId6" Type="http://schemas.openxmlformats.org/officeDocument/2006/relationships/image" Target="../media/image15.jpg"/><Relationship Id="rId7" Type="http://schemas.openxmlformats.org/officeDocument/2006/relationships/image" Target="../media/image22.gif"/><Relationship Id="rId8"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9.gif"/><Relationship Id="rId4" Type="http://schemas.openxmlformats.org/officeDocument/2006/relationships/image" Target="../media/image19.gif"/><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youtube.com/watch?v=i6yf7Tb5R6Q" TargetMode="External"/><Relationship Id="rId4" Type="http://schemas.openxmlformats.org/officeDocument/2006/relationships/image" Target="../media/image2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youtube.com/watch?v=i6yf7Tb5R6Q" TargetMode="External"/><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533550" y="788100"/>
            <a:ext cx="8269800" cy="25581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099"/>
              <a:buNone/>
            </a:pPr>
            <a:r>
              <a:rPr lang="es" sz="4655">
                <a:latin typeface="Roboto"/>
                <a:ea typeface="Roboto"/>
                <a:cs typeface="Roboto"/>
                <a:sym typeface="Roboto"/>
              </a:rPr>
              <a:t>A1 Level</a:t>
            </a:r>
            <a:endParaRPr sz="4655">
              <a:latin typeface="Roboto"/>
              <a:ea typeface="Roboto"/>
              <a:cs typeface="Roboto"/>
              <a:sym typeface="Roboto"/>
            </a:endParaRPr>
          </a:p>
          <a:p>
            <a:pPr indent="0" lvl="0" marL="0" rtl="0" algn="l">
              <a:lnSpc>
                <a:spcPct val="100000"/>
              </a:lnSpc>
              <a:spcBef>
                <a:spcPts val="0"/>
              </a:spcBef>
              <a:spcAft>
                <a:spcPts val="0"/>
              </a:spcAft>
              <a:buSzPts val="3099"/>
              <a:buNone/>
            </a:pPr>
            <a:r>
              <a:rPr lang="es" sz="4655">
                <a:latin typeface="Roboto"/>
                <a:ea typeface="Roboto"/>
                <a:cs typeface="Roboto"/>
                <a:sym typeface="Roboto"/>
              </a:rPr>
              <a:t>Unit 6: “Important events”</a:t>
            </a:r>
            <a:endParaRPr sz="4655">
              <a:latin typeface="Roboto"/>
              <a:ea typeface="Roboto"/>
              <a:cs typeface="Roboto"/>
              <a:sym typeface="Roboto"/>
            </a:endParaRPr>
          </a:p>
          <a:p>
            <a:pPr indent="0" lvl="0" marL="0" rtl="0" algn="l">
              <a:lnSpc>
                <a:spcPct val="100000"/>
              </a:lnSpc>
              <a:spcBef>
                <a:spcPts val="0"/>
              </a:spcBef>
              <a:spcAft>
                <a:spcPts val="0"/>
              </a:spcAft>
              <a:buSzPts val="3099"/>
              <a:buNone/>
            </a:pPr>
            <a:r>
              <a:rPr lang="es" sz="4655">
                <a:latin typeface="Roboto"/>
                <a:ea typeface="Roboto"/>
                <a:cs typeface="Roboto"/>
                <a:sym typeface="Roboto"/>
              </a:rPr>
              <a:t>Session 5</a:t>
            </a:r>
            <a:endParaRPr>
              <a:latin typeface="Roboto"/>
              <a:ea typeface="Roboto"/>
              <a:cs typeface="Roboto"/>
              <a:sym typeface="Roboto"/>
            </a:endParaRPr>
          </a:p>
        </p:txBody>
      </p:sp>
      <p:sp>
        <p:nvSpPr>
          <p:cNvPr id="48" name="Google Shape;48;p1"/>
          <p:cNvSpPr txBox="1"/>
          <p:nvPr>
            <p:ph type="ctrTitle"/>
          </p:nvPr>
        </p:nvSpPr>
        <p:spPr>
          <a:xfrm>
            <a:off x="1254100" y="3664000"/>
            <a:ext cx="3380700" cy="7224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0711"/>
              <a:buNone/>
            </a:pPr>
            <a:r>
              <a:t/>
            </a:r>
            <a:endParaRPr sz="2800">
              <a:latin typeface="Roboto"/>
              <a:ea typeface="Roboto"/>
              <a:cs typeface="Roboto"/>
              <a:sym typeface="Roboto"/>
            </a:endParaRPr>
          </a:p>
          <a:p>
            <a:pPr indent="0" lvl="0" marL="0" rtl="0" algn="l">
              <a:lnSpc>
                <a:spcPct val="100000"/>
              </a:lnSpc>
              <a:spcBef>
                <a:spcPts val="0"/>
              </a:spcBef>
              <a:spcAft>
                <a:spcPts val="0"/>
              </a:spcAft>
              <a:buSzPct val="110711"/>
              <a:buNone/>
            </a:pPr>
            <a:r>
              <a:t/>
            </a:r>
            <a:endParaRPr sz="2800">
              <a:latin typeface="Roboto"/>
              <a:ea typeface="Roboto"/>
              <a:cs typeface="Roboto"/>
              <a:sym typeface="Roboto"/>
            </a:endParaRPr>
          </a:p>
          <a:p>
            <a:pPr indent="0" lvl="0" marL="0" rtl="0" algn="l">
              <a:lnSpc>
                <a:spcPct val="100000"/>
              </a:lnSpc>
              <a:spcBef>
                <a:spcPts val="0"/>
              </a:spcBef>
              <a:spcAft>
                <a:spcPts val="0"/>
              </a:spcAft>
              <a:buSzPct val="110711"/>
              <a:buNone/>
            </a:pPr>
            <a:r>
              <a:rPr lang="es" sz="2800">
                <a:latin typeface="Roboto"/>
                <a:ea typeface="Roboto"/>
                <a:cs typeface="Roboto"/>
                <a:sym typeface="Roboto"/>
              </a:rPr>
              <a:t>English Area</a:t>
            </a:r>
            <a:endParaRPr sz="2800">
              <a:latin typeface="Roboto"/>
              <a:ea typeface="Roboto"/>
              <a:cs typeface="Roboto"/>
              <a:sym typeface="Roboto"/>
            </a:endParaRPr>
          </a:p>
          <a:p>
            <a:pPr indent="0" lvl="0" marL="0" rtl="0" algn="l">
              <a:lnSpc>
                <a:spcPct val="100000"/>
              </a:lnSpc>
              <a:spcBef>
                <a:spcPts val="0"/>
              </a:spcBef>
              <a:spcAft>
                <a:spcPts val="0"/>
              </a:spcAft>
              <a:buSzPct val="70454"/>
              <a:buNone/>
            </a:pPr>
            <a:r>
              <a:t/>
            </a:r>
            <a:endParaRPr sz="44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g3f8d4e882d8_0_2"/>
          <p:cNvSpPr txBox="1"/>
          <p:nvPr/>
        </p:nvSpPr>
        <p:spPr>
          <a:xfrm>
            <a:off x="1002705" y="408979"/>
            <a:ext cx="77175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1" i="0" lang="es" sz="6600" u="none" cap="none" strike="noStrike">
                <a:solidFill>
                  <a:srgbClr val="FF0000"/>
                </a:solidFill>
                <a:latin typeface="Maven Pro"/>
                <a:ea typeface="Maven Pro"/>
                <a:cs typeface="Maven Pro"/>
                <a:sym typeface="Maven Pro"/>
              </a:rPr>
              <a:t>Our golden rules</a:t>
            </a:r>
            <a:endParaRPr b="1" i="0" sz="6600" u="none" cap="none" strike="noStrike">
              <a:solidFill>
                <a:srgbClr val="FF0000"/>
              </a:solidFill>
              <a:latin typeface="Maven Pro"/>
              <a:ea typeface="Maven Pro"/>
              <a:cs typeface="Maven Pro"/>
              <a:sym typeface="Maven Pro"/>
            </a:endParaRPr>
          </a:p>
        </p:txBody>
      </p:sp>
      <p:sp>
        <p:nvSpPr>
          <p:cNvPr id="54" name="Google Shape;54;g3f8d4e882d8_0_2"/>
          <p:cNvSpPr txBox="1"/>
          <p:nvPr/>
        </p:nvSpPr>
        <p:spPr>
          <a:xfrm>
            <a:off x="1240881" y="1223701"/>
            <a:ext cx="3885900" cy="415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highlight>
                  <a:srgbClr val="424242"/>
                </a:highlight>
                <a:latin typeface="Arial Rounded"/>
                <a:ea typeface="Arial Rounded"/>
                <a:cs typeface="Arial Rounded"/>
                <a:sym typeface="Arial Rounded"/>
              </a:rPr>
              <a:t>Raise your hand to speak</a:t>
            </a:r>
            <a:endParaRPr b="1" i="0" sz="1800" u="none" cap="none" strike="noStrike">
              <a:solidFill>
                <a:srgbClr val="FFFFFF"/>
              </a:solidFill>
              <a:highlight>
                <a:srgbClr val="424242"/>
              </a:highlight>
              <a:latin typeface="Arial Rounded"/>
              <a:ea typeface="Arial Rounded"/>
              <a:cs typeface="Arial Rounded"/>
              <a:sym typeface="Arial Rounded"/>
            </a:endParaRPr>
          </a:p>
        </p:txBody>
      </p:sp>
      <p:sp>
        <p:nvSpPr>
          <p:cNvPr id="55" name="Google Shape;55;g3f8d4e882d8_0_2"/>
          <p:cNvSpPr txBox="1"/>
          <p:nvPr/>
        </p:nvSpPr>
        <p:spPr>
          <a:xfrm>
            <a:off x="756604" y="1220981"/>
            <a:ext cx="529200" cy="432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s" sz="2400" u="none" cap="none" strike="noStrike">
                <a:solidFill>
                  <a:srgbClr val="424242"/>
                </a:solidFill>
                <a:latin typeface="Maven Pro"/>
                <a:ea typeface="Maven Pro"/>
                <a:cs typeface="Maven Pro"/>
                <a:sym typeface="Maven Pro"/>
              </a:rPr>
              <a:t>01</a:t>
            </a:r>
            <a:endParaRPr b="1" i="0" sz="2400" u="none" cap="none" strike="noStrike">
              <a:solidFill>
                <a:srgbClr val="424242"/>
              </a:solidFill>
              <a:latin typeface="Maven Pro"/>
              <a:ea typeface="Maven Pro"/>
              <a:cs typeface="Maven Pro"/>
              <a:sym typeface="Maven Pro"/>
            </a:endParaRPr>
          </a:p>
        </p:txBody>
      </p:sp>
      <p:grpSp>
        <p:nvGrpSpPr>
          <p:cNvPr id="56" name="Google Shape;56;g3f8d4e882d8_0_2"/>
          <p:cNvGrpSpPr/>
          <p:nvPr/>
        </p:nvGrpSpPr>
        <p:grpSpPr>
          <a:xfrm>
            <a:off x="741937" y="1217018"/>
            <a:ext cx="575563" cy="511767"/>
            <a:chOff x="-164200" y="1462250"/>
            <a:chExt cx="1037425" cy="949475"/>
          </a:xfrm>
        </p:grpSpPr>
        <p:sp>
          <p:nvSpPr>
            <p:cNvPr id="57" name="Google Shape;57;g3f8d4e882d8_0_2"/>
            <p:cNvSpPr/>
            <p:nvPr/>
          </p:nvSpPr>
          <p:spPr>
            <a:xfrm>
              <a:off x="-75800" y="1462250"/>
              <a:ext cx="946050" cy="851550"/>
            </a:xfrm>
            <a:custGeom>
              <a:rect b="b" l="l" r="r" t="t"/>
              <a:pathLst>
                <a:path extrusionOk="0" h="34062" w="37842">
                  <a:moveTo>
                    <a:pt x="35826" y="993"/>
                  </a:moveTo>
                  <a:cubicBezTo>
                    <a:pt x="36076" y="1010"/>
                    <a:pt x="36318" y="1018"/>
                    <a:pt x="36555" y="1018"/>
                  </a:cubicBezTo>
                  <a:cubicBezTo>
                    <a:pt x="36658" y="1018"/>
                    <a:pt x="36759" y="1017"/>
                    <a:pt x="36860" y="1014"/>
                  </a:cubicBezTo>
                  <a:lnTo>
                    <a:pt x="36860" y="1014"/>
                  </a:lnTo>
                  <a:lnTo>
                    <a:pt x="36860" y="33083"/>
                  </a:lnTo>
                  <a:lnTo>
                    <a:pt x="1968" y="33083"/>
                  </a:lnTo>
                  <a:cubicBezTo>
                    <a:pt x="1735" y="33050"/>
                    <a:pt x="1493" y="33033"/>
                    <a:pt x="1251" y="33033"/>
                  </a:cubicBezTo>
                  <a:cubicBezTo>
                    <a:pt x="1145" y="33033"/>
                    <a:pt x="1039" y="33036"/>
                    <a:pt x="934" y="33043"/>
                  </a:cubicBezTo>
                  <a:lnTo>
                    <a:pt x="934" y="33043"/>
                  </a:lnTo>
                  <a:lnTo>
                    <a:pt x="934" y="993"/>
                  </a:lnTo>
                  <a:close/>
                  <a:moveTo>
                    <a:pt x="2019" y="0"/>
                  </a:moveTo>
                  <a:cubicBezTo>
                    <a:pt x="1520" y="0"/>
                    <a:pt x="1023" y="15"/>
                    <a:pt x="534" y="59"/>
                  </a:cubicBezTo>
                  <a:lnTo>
                    <a:pt x="467" y="59"/>
                  </a:lnTo>
                  <a:cubicBezTo>
                    <a:pt x="200" y="59"/>
                    <a:pt x="0" y="260"/>
                    <a:pt x="0" y="526"/>
                  </a:cubicBezTo>
                  <a:lnTo>
                    <a:pt x="0" y="33550"/>
                  </a:lnTo>
                  <a:cubicBezTo>
                    <a:pt x="0" y="33784"/>
                    <a:pt x="200" y="34017"/>
                    <a:pt x="467" y="34017"/>
                  </a:cubicBezTo>
                  <a:lnTo>
                    <a:pt x="32790" y="34017"/>
                  </a:lnTo>
                  <a:cubicBezTo>
                    <a:pt x="33769" y="34017"/>
                    <a:pt x="34777" y="34062"/>
                    <a:pt x="35775" y="34062"/>
                  </a:cubicBezTo>
                  <a:cubicBezTo>
                    <a:pt x="36274" y="34062"/>
                    <a:pt x="36771" y="34050"/>
                    <a:pt x="37260" y="34017"/>
                  </a:cubicBezTo>
                  <a:lnTo>
                    <a:pt x="37327" y="34017"/>
                  </a:lnTo>
                  <a:cubicBezTo>
                    <a:pt x="37686" y="34017"/>
                    <a:pt x="37841" y="33718"/>
                    <a:pt x="37794" y="33458"/>
                  </a:cubicBezTo>
                  <a:lnTo>
                    <a:pt x="37794" y="33458"/>
                  </a:lnTo>
                  <a:lnTo>
                    <a:pt x="37794" y="526"/>
                  </a:lnTo>
                  <a:cubicBezTo>
                    <a:pt x="37794" y="260"/>
                    <a:pt x="37594" y="59"/>
                    <a:pt x="37327" y="59"/>
                  </a:cubicBezTo>
                  <a:lnTo>
                    <a:pt x="5004" y="59"/>
                  </a:lnTo>
                  <a:cubicBezTo>
                    <a:pt x="4025" y="59"/>
                    <a:pt x="3017" y="0"/>
                    <a:pt x="201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f8d4e882d8_0_2"/>
            <p:cNvSpPr/>
            <p:nvPr/>
          </p:nvSpPr>
          <p:spPr>
            <a:xfrm>
              <a:off x="-164200" y="1462700"/>
              <a:ext cx="1037425" cy="949025"/>
            </a:xfrm>
            <a:custGeom>
              <a:rect b="b" l="l" r="r" t="t"/>
              <a:pathLst>
                <a:path extrusionOk="0" h="37961" w="41497">
                  <a:moveTo>
                    <a:pt x="3970" y="1"/>
                  </a:moveTo>
                  <a:cubicBezTo>
                    <a:pt x="3867" y="1"/>
                    <a:pt x="3761" y="42"/>
                    <a:pt x="3670" y="141"/>
                  </a:cubicBezTo>
                  <a:lnTo>
                    <a:pt x="3670" y="175"/>
                  </a:lnTo>
                  <a:lnTo>
                    <a:pt x="934" y="3310"/>
                  </a:lnTo>
                  <a:cubicBezTo>
                    <a:pt x="667" y="3611"/>
                    <a:pt x="67" y="4078"/>
                    <a:pt x="34" y="4545"/>
                  </a:cubicBezTo>
                  <a:cubicBezTo>
                    <a:pt x="0" y="4645"/>
                    <a:pt x="0" y="4778"/>
                    <a:pt x="34" y="4878"/>
                  </a:cubicBezTo>
                  <a:cubicBezTo>
                    <a:pt x="34" y="6946"/>
                    <a:pt x="67" y="9014"/>
                    <a:pt x="100" y="11083"/>
                  </a:cubicBezTo>
                  <a:lnTo>
                    <a:pt x="234" y="21757"/>
                  </a:lnTo>
                  <a:cubicBezTo>
                    <a:pt x="267" y="25193"/>
                    <a:pt x="334" y="28629"/>
                    <a:pt x="367" y="32064"/>
                  </a:cubicBezTo>
                  <a:lnTo>
                    <a:pt x="434" y="35667"/>
                  </a:lnTo>
                  <a:cubicBezTo>
                    <a:pt x="434" y="36234"/>
                    <a:pt x="401" y="36834"/>
                    <a:pt x="434" y="37401"/>
                  </a:cubicBezTo>
                  <a:lnTo>
                    <a:pt x="434" y="37468"/>
                  </a:lnTo>
                  <a:cubicBezTo>
                    <a:pt x="434" y="37735"/>
                    <a:pt x="667" y="37935"/>
                    <a:pt x="901" y="37935"/>
                  </a:cubicBezTo>
                  <a:lnTo>
                    <a:pt x="36993" y="37935"/>
                  </a:lnTo>
                  <a:cubicBezTo>
                    <a:pt x="37227" y="37952"/>
                    <a:pt x="37460" y="37960"/>
                    <a:pt x="37694" y="37960"/>
                  </a:cubicBezTo>
                  <a:cubicBezTo>
                    <a:pt x="37927" y="37960"/>
                    <a:pt x="38161" y="37952"/>
                    <a:pt x="38394" y="37935"/>
                  </a:cubicBezTo>
                  <a:cubicBezTo>
                    <a:pt x="38928" y="37902"/>
                    <a:pt x="39228" y="37068"/>
                    <a:pt x="39462" y="36701"/>
                  </a:cubicBezTo>
                  <a:lnTo>
                    <a:pt x="40963" y="34299"/>
                  </a:lnTo>
                  <a:lnTo>
                    <a:pt x="41263" y="33799"/>
                  </a:lnTo>
                  <a:cubicBezTo>
                    <a:pt x="41496" y="33426"/>
                    <a:pt x="41175" y="33085"/>
                    <a:pt x="40847" y="33085"/>
                  </a:cubicBezTo>
                  <a:cubicBezTo>
                    <a:pt x="40705" y="33085"/>
                    <a:pt x="40563" y="33148"/>
                    <a:pt x="40462" y="33299"/>
                  </a:cubicBezTo>
                  <a:lnTo>
                    <a:pt x="38172" y="37001"/>
                  </a:lnTo>
                  <a:lnTo>
                    <a:pt x="2469" y="37001"/>
                  </a:lnTo>
                  <a:cubicBezTo>
                    <a:pt x="2219" y="36968"/>
                    <a:pt x="1968" y="36951"/>
                    <a:pt x="1718" y="36951"/>
                  </a:cubicBezTo>
                  <a:cubicBezTo>
                    <a:pt x="1599" y="36951"/>
                    <a:pt x="1481" y="36955"/>
                    <a:pt x="1362" y="36962"/>
                  </a:cubicBezTo>
                  <a:lnTo>
                    <a:pt x="1362" y="36962"/>
                  </a:lnTo>
                  <a:lnTo>
                    <a:pt x="1234" y="26327"/>
                  </a:lnTo>
                  <a:cubicBezTo>
                    <a:pt x="1168" y="20423"/>
                    <a:pt x="1101" y="14485"/>
                    <a:pt x="1001" y="8581"/>
                  </a:cubicBezTo>
                  <a:cubicBezTo>
                    <a:pt x="1001" y="7306"/>
                    <a:pt x="971" y="6001"/>
                    <a:pt x="968" y="4723"/>
                  </a:cubicBezTo>
                  <a:lnTo>
                    <a:pt x="968" y="4723"/>
                  </a:lnTo>
                  <a:lnTo>
                    <a:pt x="4337" y="809"/>
                  </a:lnTo>
                  <a:cubicBezTo>
                    <a:pt x="4645" y="474"/>
                    <a:pt x="4319" y="1"/>
                    <a:pt x="3970"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f8d4e882d8_0_2"/>
            <p:cNvSpPr/>
            <p:nvPr/>
          </p:nvSpPr>
          <p:spPr>
            <a:xfrm>
              <a:off x="-159200" y="1543150"/>
              <a:ext cx="108425" cy="122000"/>
            </a:xfrm>
            <a:custGeom>
              <a:rect b="b" l="l" r="r" t="t"/>
              <a:pathLst>
                <a:path extrusionOk="0" h="4880" w="4337">
                  <a:moveTo>
                    <a:pt x="3816" y="1"/>
                  </a:moveTo>
                  <a:cubicBezTo>
                    <a:pt x="3695" y="1"/>
                    <a:pt x="3570" y="42"/>
                    <a:pt x="3470" y="126"/>
                  </a:cubicBezTo>
                  <a:lnTo>
                    <a:pt x="601" y="3595"/>
                  </a:lnTo>
                  <a:lnTo>
                    <a:pt x="167" y="4062"/>
                  </a:lnTo>
                  <a:cubicBezTo>
                    <a:pt x="0" y="4262"/>
                    <a:pt x="0" y="4562"/>
                    <a:pt x="167" y="4729"/>
                  </a:cubicBezTo>
                  <a:cubicBezTo>
                    <a:pt x="267" y="4829"/>
                    <a:pt x="384" y="4879"/>
                    <a:pt x="501" y="4879"/>
                  </a:cubicBezTo>
                  <a:cubicBezTo>
                    <a:pt x="618" y="4879"/>
                    <a:pt x="734" y="4829"/>
                    <a:pt x="834" y="4729"/>
                  </a:cubicBezTo>
                  <a:lnTo>
                    <a:pt x="3736" y="1293"/>
                  </a:lnTo>
                  <a:lnTo>
                    <a:pt x="4137" y="793"/>
                  </a:lnTo>
                  <a:cubicBezTo>
                    <a:pt x="4337" y="626"/>
                    <a:pt x="4337" y="326"/>
                    <a:pt x="4137" y="126"/>
                  </a:cubicBezTo>
                  <a:cubicBezTo>
                    <a:pt x="4053" y="42"/>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g3f8d4e882d8_0_2"/>
            <p:cNvSpPr/>
            <p:nvPr/>
          </p:nvSpPr>
          <p:spPr>
            <a:xfrm>
              <a:off x="-163400" y="1609475"/>
              <a:ext cx="116000" cy="122150"/>
            </a:xfrm>
            <a:custGeom>
              <a:rect b="b" l="l" r="r" t="t"/>
              <a:pathLst>
                <a:path extrusionOk="0" h="4886" w="4640">
                  <a:moveTo>
                    <a:pt x="3969" y="1"/>
                  </a:moveTo>
                  <a:cubicBezTo>
                    <a:pt x="3860" y="1"/>
                    <a:pt x="3744" y="42"/>
                    <a:pt x="3638" y="141"/>
                  </a:cubicBezTo>
                  <a:lnTo>
                    <a:pt x="769" y="3610"/>
                  </a:lnTo>
                  <a:lnTo>
                    <a:pt x="335" y="4077"/>
                  </a:lnTo>
                  <a:cubicBezTo>
                    <a:pt x="1" y="4412"/>
                    <a:pt x="321" y="4885"/>
                    <a:pt x="684" y="4885"/>
                  </a:cubicBezTo>
                  <a:cubicBezTo>
                    <a:pt x="792" y="4885"/>
                    <a:pt x="903" y="4844"/>
                    <a:pt x="1002" y="4745"/>
                  </a:cubicBezTo>
                  <a:cubicBezTo>
                    <a:pt x="1970" y="3610"/>
                    <a:pt x="2937" y="2443"/>
                    <a:pt x="3904" y="1309"/>
                  </a:cubicBezTo>
                  <a:lnTo>
                    <a:pt x="4305" y="808"/>
                  </a:lnTo>
                  <a:cubicBezTo>
                    <a:pt x="4639" y="474"/>
                    <a:pt x="4339" y="1"/>
                    <a:pt x="396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g3f8d4e882d8_0_2"/>
            <p:cNvSpPr/>
            <p:nvPr/>
          </p:nvSpPr>
          <p:spPr>
            <a:xfrm>
              <a:off x="-159200" y="1676575"/>
              <a:ext cx="108425" cy="121375"/>
            </a:xfrm>
            <a:custGeom>
              <a:rect b="b" l="l" r="r" t="t"/>
              <a:pathLst>
                <a:path extrusionOk="0" h="4855" w="4337">
                  <a:moveTo>
                    <a:pt x="3816" y="1"/>
                  </a:moveTo>
                  <a:cubicBezTo>
                    <a:pt x="3695" y="1"/>
                    <a:pt x="3570" y="43"/>
                    <a:pt x="3470" y="126"/>
                  </a:cubicBezTo>
                  <a:lnTo>
                    <a:pt x="601" y="3595"/>
                  </a:lnTo>
                  <a:lnTo>
                    <a:pt x="167" y="4062"/>
                  </a:lnTo>
                  <a:cubicBezTo>
                    <a:pt x="0" y="4262"/>
                    <a:pt x="0" y="4529"/>
                    <a:pt x="167" y="4729"/>
                  </a:cubicBezTo>
                  <a:cubicBezTo>
                    <a:pt x="267" y="4813"/>
                    <a:pt x="384" y="4854"/>
                    <a:pt x="501" y="4854"/>
                  </a:cubicBezTo>
                  <a:cubicBezTo>
                    <a:pt x="618" y="4854"/>
                    <a:pt x="734" y="4813"/>
                    <a:pt x="834" y="4729"/>
                  </a:cubicBezTo>
                  <a:cubicBezTo>
                    <a:pt x="1802" y="3595"/>
                    <a:pt x="2769" y="2428"/>
                    <a:pt x="3736" y="1293"/>
                  </a:cubicBezTo>
                  <a:lnTo>
                    <a:pt x="4137" y="793"/>
                  </a:lnTo>
                  <a:cubicBezTo>
                    <a:pt x="4337" y="593"/>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f8d4e882d8_0_2"/>
            <p:cNvSpPr/>
            <p:nvPr/>
          </p:nvSpPr>
          <p:spPr>
            <a:xfrm>
              <a:off x="-159200" y="1743300"/>
              <a:ext cx="108425" cy="121350"/>
            </a:xfrm>
            <a:custGeom>
              <a:rect b="b" l="l" r="r" t="t"/>
              <a:pathLst>
                <a:path extrusionOk="0" h="4854" w="4337">
                  <a:moveTo>
                    <a:pt x="3816" y="0"/>
                  </a:moveTo>
                  <a:cubicBezTo>
                    <a:pt x="3695" y="0"/>
                    <a:pt x="3570" y="42"/>
                    <a:pt x="3470" y="125"/>
                  </a:cubicBezTo>
                  <a:lnTo>
                    <a:pt x="601" y="3595"/>
                  </a:lnTo>
                  <a:lnTo>
                    <a:pt x="167" y="4062"/>
                  </a:lnTo>
                  <a:cubicBezTo>
                    <a:pt x="0" y="4262"/>
                    <a:pt x="0" y="4529"/>
                    <a:pt x="167" y="4729"/>
                  </a:cubicBezTo>
                  <a:cubicBezTo>
                    <a:pt x="267" y="4812"/>
                    <a:pt x="384" y="4854"/>
                    <a:pt x="501" y="4854"/>
                  </a:cubicBezTo>
                  <a:cubicBezTo>
                    <a:pt x="618" y="4854"/>
                    <a:pt x="734" y="4812"/>
                    <a:pt x="834" y="4729"/>
                  </a:cubicBezTo>
                  <a:cubicBezTo>
                    <a:pt x="1802" y="3595"/>
                    <a:pt x="2769" y="2427"/>
                    <a:pt x="3736" y="1293"/>
                  </a:cubicBezTo>
                  <a:lnTo>
                    <a:pt x="4137" y="793"/>
                  </a:lnTo>
                  <a:cubicBezTo>
                    <a:pt x="4337" y="626"/>
                    <a:pt x="4337" y="326"/>
                    <a:pt x="4137" y="125"/>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f8d4e882d8_0_2"/>
            <p:cNvSpPr/>
            <p:nvPr/>
          </p:nvSpPr>
          <p:spPr>
            <a:xfrm>
              <a:off x="-159200" y="1809375"/>
              <a:ext cx="108425" cy="122000"/>
            </a:xfrm>
            <a:custGeom>
              <a:rect b="b" l="l" r="r" t="t"/>
              <a:pathLst>
                <a:path extrusionOk="0" h="4880" w="4337">
                  <a:moveTo>
                    <a:pt x="3816" y="1"/>
                  </a:moveTo>
                  <a:cubicBezTo>
                    <a:pt x="3695" y="1"/>
                    <a:pt x="3570" y="51"/>
                    <a:pt x="3470" y="151"/>
                  </a:cubicBezTo>
                  <a:lnTo>
                    <a:pt x="601" y="3587"/>
                  </a:lnTo>
                  <a:lnTo>
                    <a:pt x="167" y="4087"/>
                  </a:lnTo>
                  <a:cubicBezTo>
                    <a:pt x="0" y="4254"/>
                    <a:pt x="0" y="4554"/>
                    <a:pt x="167" y="4754"/>
                  </a:cubicBezTo>
                  <a:cubicBezTo>
                    <a:pt x="267" y="4838"/>
                    <a:pt x="384" y="4879"/>
                    <a:pt x="501" y="4879"/>
                  </a:cubicBezTo>
                  <a:cubicBezTo>
                    <a:pt x="618" y="4879"/>
                    <a:pt x="734" y="4838"/>
                    <a:pt x="834" y="4754"/>
                  </a:cubicBezTo>
                  <a:cubicBezTo>
                    <a:pt x="1802" y="3587"/>
                    <a:pt x="2769" y="2453"/>
                    <a:pt x="3736" y="1285"/>
                  </a:cubicBezTo>
                  <a:lnTo>
                    <a:pt x="4137" y="818"/>
                  </a:lnTo>
                  <a:cubicBezTo>
                    <a:pt x="4337" y="618"/>
                    <a:pt x="4337" y="318"/>
                    <a:pt x="4137" y="151"/>
                  </a:cubicBezTo>
                  <a:cubicBezTo>
                    <a:pt x="4053" y="51"/>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g3f8d4e882d8_0_2"/>
            <p:cNvSpPr/>
            <p:nvPr/>
          </p:nvSpPr>
          <p:spPr>
            <a:xfrm>
              <a:off x="-160025" y="1876100"/>
              <a:ext cx="109250" cy="121775"/>
            </a:xfrm>
            <a:custGeom>
              <a:rect b="b" l="l" r="r" t="t"/>
              <a:pathLst>
                <a:path extrusionOk="0" h="4871" w="4370">
                  <a:moveTo>
                    <a:pt x="3849" y="1"/>
                  </a:moveTo>
                  <a:cubicBezTo>
                    <a:pt x="3728" y="1"/>
                    <a:pt x="3603" y="51"/>
                    <a:pt x="3503" y="151"/>
                  </a:cubicBezTo>
                  <a:lnTo>
                    <a:pt x="600" y="3586"/>
                  </a:lnTo>
                  <a:lnTo>
                    <a:pt x="200" y="4087"/>
                  </a:lnTo>
                  <a:cubicBezTo>
                    <a:pt x="0" y="4254"/>
                    <a:pt x="0" y="4554"/>
                    <a:pt x="200" y="4721"/>
                  </a:cubicBezTo>
                  <a:cubicBezTo>
                    <a:pt x="284" y="4821"/>
                    <a:pt x="400" y="4871"/>
                    <a:pt x="521" y="4871"/>
                  </a:cubicBezTo>
                  <a:cubicBezTo>
                    <a:pt x="642" y="4871"/>
                    <a:pt x="767" y="4821"/>
                    <a:pt x="867" y="4721"/>
                  </a:cubicBezTo>
                  <a:lnTo>
                    <a:pt x="867" y="4754"/>
                  </a:lnTo>
                  <a:lnTo>
                    <a:pt x="3769" y="1285"/>
                  </a:lnTo>
                  <a:lnTo>
                    <a:pt x="4170" y="818"/>
                  </a:lnTo>
                  <a:cubicBezTo>
                    <a:pt x="4370" y="618"/>
                    <a:pt x="4370" y="317"/>
                    <a:pt x="4170" y="151"/>
                  </a:cubicBezTo>
                  <a:cubicBezTo>
                    <a:pt x="4086" y="51"/>
                    <a:pt x="3970" y="1"/>
                    <a:pt x="384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g3f8d4e882d8_0_2"/>
            <p:cNvSpPr/>
            <p:nvPr/>
          </p:nvSpPr>
          <p:spPr>
            <a:xfrm>
              <a:off x="-159200" y="1942825"/>
              <a:ext cx="108425" cy="121775"/>
            </a:xfrm>
            <a:custGeom>
              <a:rect b="b" l="l" r="r" t="t"/>
              <a:pathLst>
                <a:path extrusionOk="0" h="4871" w="4337">
                  <a:moveTo>
                    <a:pt x="3816" y="0"/>
                  </a:moveTo>
                  <a:cubicBezTo>
                    <a:pt x="3695" y="0"/>
                    <a:pt x="3570" y="50"/>
                    <a:pt x="3470" y="150"/>
                  </a:cubicBezTo>
                  <a:lnTo>
                    <a:pt x="601" y="3586"/>
                  </a:lnTo>
                  <a:lnTo>
                    <a:pt x="167" y="4086"/>
                  </a:lnTo>
                  <a:cubicBezTo>
                    <a:pt x="0" y="4253"/>
                    <a:pt x="0" y="4553"/>
                    <a:pt x="167" y="4720"/>
                  </a:cubicBezTo>
                  <a:cubicBezTo>
                    <a:pt x="267" y="4820"/>
                    <a:pt x="384" y="4870"/>
                    <a:pt x="501" y="4870"/>
                  </a:cubicBezTo>
                  <a:cubicBezTo>
                    <a:pt x="618" y="4870"/>
                    <a:pt x="734" y="4820"/>
                    <a:pt x="834" y="4720"/>
                  </a:cubicBezTo>
                  <a:lnTo>
                    <a:pt x="3736" y="1284"/>
                  </a:lnTo>
                  <a:lnTo>
                    <a:pt x="4137" y="817"/>
                  </a:lnTo>
                  <a:cubicBezTo>
                    <a:pt x="4337" y="617"/>
                    <a:pt x="4337" y="317"/>
                    <a:pt x="4137" y="150"/>
                  </a:cubicBezTo>
                  <a:cubicBezTo>
                    <a:pt x="4053" y="50"/>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g3f8d4e882d8_0_2"/>
            <p:cNvSpPr/>
            <p:nvPr/>
          </p:nvSpPr>
          <p:spPr>
            <a:xfrm>
              <a:off x="-163325" y="2008925"/>
              <a:ext cx="115925" cy="122250"/>
            </a:xfrm>
            <a:custGeom>
              <a:rect b="b" l="l" r="r" t="t"/>
              <a:pathLst>
                <a:path extrusionOk="0" h="4890" w="4637">
                  <a:moveTo>
                    <a:pt x="3966" y="1"/>
                  </a:moveTo>
                  <a:cubicBezTo>
                    <a:pt x="3857" y="1"/>
                    <a:pt x="3741" y="42"/>
                    <a:pt x="3635" y="141"/>
                  </a:cubicBezTo>
                  <a:lnTo>
                    <a:pt x="766" y="3611"/>
                  </a:lnTo>
                  <a:lnTo>
                    <a:pt x="332" y="4078"/>
                  </a:lnTo>
                  <a:cubicBezTo>
                    <a:pt x="0" y="4435"/>
                    <a:pt x="313" y="4890"/>
                    <a:pt x="672" y="4890"/>
                  </a:cubicBezTo>
                  <a:cubicBezTo>
                    <a:pt x="783" y="4890"/>
                    <a:pt x="897" y="4847"/>
                    <a:pt x="999" y="4745"/>
                  </a:cubicBezTo>
                  <a:cubicBezTo>
                    <a:pt x="1967" y="3611"/>
                    <a:pt x="2934" y="2443"/>
                    <a:pt x="3901" y="1309"/>
                  </a:cubicBezTo>
                  <a:lnTo>
                    <a:pt x="4302" y="809"/>
                  </a:lnTo>
                  <a:cubicBezTo>
                    <a:pt x="4636" y="474"/>
                    <a:pt x="4336" y="1"/>
                    <a:pt x="396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g3f8d4e882d8_0_2"/>
            <p:cNvSpPr/>
            <p:nvPr/>
          </p:nvSpPr>
          <p:spPr>
            <a:xfrm>
              <a:off x="-159200" y="2076025"/>
              <a:ext cx="108425" cy="122000"/>
            </a:xfrm>
            <a:custGeom>
              <a:rect b="b" l="l" r="r" t="t"/>
              <a:pathLst>
                <a:path extrusionOk="0" h="4880" w="4337">
                  <a:moveTo>
                    <a:pt x="3816" y="1"/>
                  </a:moveTo>
                  <a:cubicBezTo>
                    <a:pt x="3695" y="1"/>
                    <a:pt x="3570" y="43"/>
                    <a:pt x="3470" y="126"/>
                  </a:cubicBezTo>
                  <a:lnTo>
                    <a:pt x="601" y="3595"/>
                  </a:lnTo>
                  <a:lnTo>
                    <a:pt x="167" y="4062"/>
                  </a:lnTo>
                  <a:cubicBezTo>
                    <a:pt x="0" y="4262"/>
                    <a:pt x="0" y="4563"/>
                    <a:pt x="167" y="4729"/>
                  </a:cubicBezTo>
                  <a:cubicBezTo>
                    <a:pt x="267" y="4829"/>
                    <a:pt x="384" y="4879"/>
                    <a:pt x="501" y="4879"/>
                  </a:cubicBezTo>
                  <a:cubicBezTo>
                    <a:pt x="618" y="4879"/>
                    <a:pt x="734" y="4829"/>
                    <a:pt x="834" y="4729"/>
                  </a:cubicBezTo>
                  <a:cubicBezTo>
                    <a:pt x="1802" y="3595"/>
                    <a:pt x="2769" y="2428"/>
                    <a:pt x="3736" y="1294"/>
                  </a:cubicBezTo>
                  <a:lnTo>
                    <a:pt x="4137" y="793"/>
                  </a:lnTo>
                  <a:cubicBezTo>
                    <a:pt x="4337" y="626"/>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g3f8d4e882d8_0_2"/>
            <p:cNvSpPr/>
            <p:nvPr/>
          </p:nvSpPr>
          <p:spPr>
            <a:xfrm>
              <a:off x="-159200" y="2142750"/>
              <a:ext cx="108425" cy="121350"/>
            </a:xfrm>
            <a:custGeom>
              <a:rect b="b" l="l" r="r" t="t"/>
              <a:pathLst>
                <a:path extrusionOk="0" h="4854" w="4337">
                  <a:moveTo>
                    <a:pt x="3816" y="0"/>
                  </a:moveTo>
                  <a:cubicBezTo>
                    <a:pt x="3695" y="0"/>
                    <a:pt x="3570" y="42"/>
                    <a:pt x="3470" y="126"/>
                  </a:cubicBezTo>
                  <a:lnTo>
                    <a:pt x="601" y="3595"/>
                  </a:lnTo>
                  <a:lnTo>
                    <a:pt x="167" y="4062"/>
                  </a:lnTo>
                  <a:cubicBezTo>
                    <a:pt x="0" y="4262"/>
                    <a:pt x="0" y="4529"/>
                    <a:pt x="167" y="4729"/>
                  </a:cubicBezTo>
                  <a:cubicBezTo>
                    <a:pt x="267" y="4812"/>
                    <a:pt x="392" y="4854"/>
                    <a:pt x="513" y="4854"/>
                  </a:cubicBezTo>
                  <a:cubicBezTo>
                    <a:pt x="634" y="4854"/>
                    <a:pt x="751" y="4812"/>
                    <a:pt x="834" y="4729"/>
                  </a:cubicBezTo>
                  <a:cubicBezTo>
                    <a:pt x="1802" y="3595"/>
                    <a:pt x="2769" y="2427"/>
                    <a:pt x="3736" y="1293"/>
                  </a:cubicBezTo>
                  <a:lnTo>
                    <a:pt x="4137" y="793"/>
                  </a:lnTo>
                  <a:cubicBezTo>
                    <a:pt x="4337" y="593"/>
                    <a:pt x="4337" y="326"/>
                    <a:pt x="4137" y="126"/>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f8d4e882d8_0_2"/>
            <p:cNvSpPr/>
            <p:nvPr/>
          </p:nvSpPr>
          <p:spPr>
            <a:xfrm>
              <a:off x="-160025" y="2209475"/>
              <a:ext cx="109250" cy="121975"/>
            </a:xfrm>
            <a:custGeom>
              <a:rect b="b" l="l" r="r" t="t"/>
              <a:pathLst>
                <a:path extrusionOk="0" h="4879" w="4370">
                  <a:moveTo>
                    <a:pt x="3849" y="0"/>
                  </a:moveTo>
                  <a:cubicBezTo>
                    <a:pt x="3728" y="0"/>
                    <a:pt x="3603" y="42"/>
                    <a:pt x="3503" y="125"/>
                  </a:cubicBezTo>
                  <a:lnTo>
                    <a:pt x="600" y="3594"/>
                  </a:lnTo>
                  <a:lnTo>
                    <a:pt x="200" y="4095"/>
                  </a:lnTo>
                  <a:cubicBezTo>
                    <a:pt x="0" y="4261"/>
                    <a:pt x="0" y="4562"/>
                    <a:pt x="200" y="4728"/>
                  </a:cubicBezTo>
                  <a:cubicBezTo>
                    <a:pt x="284" y="4829"/>
                    <a:pt x="400" y="4879"/>
                    <a:pt x="521" y="4879"/>
                  </a:cubicBezTo>
                  <a:cubicBezTo>
                    <a:pt x="642" y="4879"/>
                    <a:pt x="767" y="4829"/>
                    <a:pt x="867" y="4728"/>
                  </a:cubicBezTo>
                  <a:cubicBezTo>
                    <a:pt x="1835" y="3561"/>
                    <a:pt x="2802" y="2427"/>
                    <a:pt x="3769" y="1259"/>
                  </a:cubicBezTo>
                  <a:lnTo>
                    <a:pt x="4170" y="792"/>
                  </a:lnTo>
                  <a:cubicBezTo>
                    <a:pt x="4370" y="592"/>
                    <a:pt x="4370" y="325"/>
                    <a:pt x="4170" y="125"/>
                  </a:cubicBezTo>
                  <a:cubicBezTo>
                    <a:pt x="4086" y="42"/>
                    <a:pt x="3970" y="0"/>
                    <a:pt x="384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f8d4e882d8_0_2"/>
            <p:cNvSpPr/>
            <p:nvPr/>
          </p:nvSpPr>
          <p:spPr>
            <a:xfrm>
              <a:off x="-154200" y="2288900"/>
              <a:ext cx="102600" cy="119475"/>
            </a:xfrm>
            <a:custGeom>
              <a:rect b="b" l="l" r="r" t="t"/>
              <a:pathLst>
                <a:path extrusionOk="0" h="4779" w="4104">
                  <a:moveTo>
                    <a:pt x="3603" y="0"/>
                  </a:moveTo>
                  <a:cubicBezTo>
                    <a:pt x="3486" y="0"/>
                    <a:pt x="3370" y="50"/>
                    <a:pt x="3270" y="150"/>
                  </a:cubicBezTo>
                  <a:lnTo>
                    <a:pt x="568" y="3520"/>
                  </a:lnTo>
                  <a:lnTo>
                    <a:pt x="167" y="3987"/>
                  </a:lnTo>
                  <a:cubicBezTo>
                    <a:pt x="1" y="4153"/>
                    <a:pt x="1"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3f8d4e882d8_0_2"/>
            <p:cNvSpPr/>
            <p:nvPr/>
          </p:nvSpPr>
          <p:spPr>
            <a:xfrm>
              <a:off x="-76650" y="2288900"/>
              <a:ext cx="102600" cy="119475"/>
            </a:xfrm>
            <a:custGeom>
              <a:rect b="b" l="l" r="r" t="t"/>
              <a:pathLst>
                <a:path extrusionOk="0" h="4779" w="4104">
                  <a:moveTo>
                    <a:pt x="3591" y="0"/>
                  </a:moveTo>
                  <a:cubicBezTo>
                    <a:pt x="3470" y="0"/>
                    <a:pt x="3353" y="50"/>
                    <a:pt x="3270" y="150"/>
                  </a:cubicBezTo>
                  <a:cubicBezTo>
                    <a:pt x="2369" y="1251"/>
                    <a:pt x="1468" y="2385"/>
                    <a:pt x="568" y="3520"/>
                  </a:cubicBezTo>
                  <a:lnTo>
                    <a:pt x="168" y="3987"/>
                  </a:lnTo>
                  <a:cubicBezTo>
                    <a:pt x="1" y="4153"/>
                    <a:pt x="1" y="4454"/>
                    <a:pt x="168" y="4654"/>
                  </a:cubicBezTo>
                  <a:cubicBezTo>
                    <a:pt x="268" y="4737"/>
                    <a:pt x="384" y="4779"/>
                    <a:pt x="501" y="4779"/>
                  </a:cubicBezTo>
                  <a:cubicBezTo>
                    <a:pt x="618" y="4779"/>
                    <a:pt x="735"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g3f8d4e882d8_0_2"/>
            <p:cNvSpPr/>
            <p:nvPr/>
          </p:nvSpPr>
          <p:spPr>
            <a:xfrm>
              <a:off x="75" y="2288900"/>
              <a:ext cx="102600" cy="119475"/>
            </a:xfrm>
            <a:custGeom>
              <a:rect b="b" l="l" r="r" t="t"/>
              <a:pathLst>
                <a:path extrusionOk="0" h="4779" w="4104">
                  <a:moveTo>
                    <a:pt x="3616" y="0"/>
                  </a:moveTo>
                  <a:cubicBezTo>
                    <a:pt x="3495" y="0"/>
                    <a:pt x="3370" y="50"/>
                    <a:pt x="3270" y="150"/>
                  </a:cubicBezTo>
                  <a:cubicBezTo>
                    <a:pt x="2369" y="1251"/>
                    <a:pt x="1468" y="2385"/>
                    <a:pt x="568" y="3520"/>
                  </a:cubicBezTo>
                  <a:lnTo>
                    <a:pt x="201" y="3987"/>
                  </a:lnTo>
                  <a:cubicBezTo>
                    <a:pt x="1" y="4153"/>
                    <a:pt x="1" y="4454"/>
                    <a:pt x="201" y="4654"/>
                  </a:cubicBezTo>
                  <a:cubicBezTo>
                    <a:pt x="284" y="4737"/>
                    <a:pt x="401" y="4779"/>
                    <a:pt x="522" y="4779"/>
                  </a:cubicBezTo>
                  <a:cubicBezTo>
                    <a:pt x="643" y="4779"/>
                    <a:pt x="768" y="4737"/>
                    <a:pt x="868" y="4654"/>
                  </a:cubicBezTo>
                  <a:lnTo>
                    <a:pt x="3570" y="1285"/>
                  </a:lnTo>
                  <a:lnTo>
                    <a:pt x="3937" y="818"/>
                  </a:lnTo>
                  <a:cubicBezTo>
                    <a:pt x="4104" y="617"/>
                    <a:pt x="4104" y="317"/>
                    <a:pt x="3937" y="150"/>
                  </a:cubicBezTo>
                  <a:cubicBezTo>
                    <a:pt x="3853" y="50"/>
                    <a:pt x="3737" y="0"/>
                    <a:pt x="36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g3f8d4e882d8_0_2"/>
            <p:cNvSpPr/>
            <p:nvPr/>
          </p:nvSpPr>
          <p:spPr>
            <a:xfrm>
              <a:off x="77625" y="2288900"/>
              <a:ext cx="102600" cy="119475"/>
            </a:xfrm>
            <a:custGeom>
              <a:rect b="b" l="l" r="r" t="t"/>
              <a:pathLst>
                <a:path extrusionOk="0" h="4779" w="4104">
                  <a:moveTo>
                    <a:pt x="3591" y="0"/>
                  </a:moveTo>
                  <a:cubicBezTo>
                    <a:pt x="3470" y="0"/>
                    <a:pt x="3353" y="50"/>
                    <a:pt x="3270" y="150"/>
                  </a:cubicBezTo>
                  <a:cubicBezTo>
                    <a:pt x="2369" y="1251"/>
                    <a:pt x="1469" y="2385"/>
                    <a:pt x="568" y="3520"/>
                  </a:cubicBezTo>
                  <a:lnTo>
                    <a:pt x="168" y="3987"/>
                  </a:lnTo>
                  <a:cubicBezTo>
                    <a:pt x="1" y="4153"/>
                    <a:pt x="1" y="4454"/>
                    <a:pt x="168" y="4654"/>
                  </a:cubicBezTo>
                  <a:cubicBezTo>
                    <a:pt x="268" y="4737"/>
                    <a:pt x="393" y="4779"/>
                    <a:pt x="514" y="4779"/>
                  </a:cubicBezTo>
                  <a:cubicBezTo>
                    <a:pt x="635" y="4779"/>
                    <a:pt x="751"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g3f8d4e882d8_0_2"/>
            <p:cNvSpPr/>
            <p:nvPr/>
          </p:nvSpPr>
          <p:spPr>
            <a:xfrm>
              <a:off x="155200" y="2288900"/>
              <a:ext cx="102575" cy="119475"/>
            </a:xfrm>
            <a:custGeom>
              <a:rect b="b" l="l" r="r" t="t"/>
              <a:pathLst>
                <a:path extrusionOk="0" h="4779" w="4103">
                  <a:moveTo>
                    <a:pt x="3590" y="0"/>
                  </a:moveTo>
                  <a:cubicBezTo>
                    <a:pt x="3469" y="0"/>
                    <a:pt x="3352" y="50"/>
                    <a:pt x="3269" y="150"/>
                  </a:cubicBezTo>
                  <a:cubicBezTo>
                    <a:pt x="2368" y="1251"/>
                    <a:pt x="1434" y="2385"/>
                    <a:pt x="534" y="3520"/>
                  </a:cubicBezTo>
                  <a:lnTo>
                    <a:pt x="167" y="3987"/>
                  </a:lnTo>
                  <a:cubicBezTo>
                    <a:pt x="0" y="4153"/>
                    <a:pt x="0" y="4454"/>
                    <a:pt x="167" y="4654"/>
                  </a:cubicBezTo>
                  <a:cubicBezTo>
                    <a:pt x="250" y="4737"/>
                    <a:pt x="367" y="4779"/>
                    <a:pt x="488" y="4779"/>
                  </a:cubicBezTo>
                  <a:cubicBezTo>
                    <a:pt x="609"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g3f8d4e882d8_0_2"/>
            <p:cNvSpPr/>
            <p:nvPr/>
          </p:nvSpPr>
          <p:spPr>
            <a:xfrm>
              <a:off x="232750" y="2288900"/>
              <a:ext cx="102600" cy="119475"/>
            </a:xfrm>
            <a:custGeom>
              <a:rect b="b" l="l" r="r" t="t"/>
              <a:pathLst>
                <a:path extrusionOk="0" h="4779" w="4104">
                  <a:moveTo>
                    <a:pt x="3590" y="0"/>
                  </a:moveTo>
                  <a:cubicBezTo>
                    <a:pt x="3469" y="0"/>
                    <a:pt x="3353" y="50"/>
                    <a:pt x="3269" y="150"/>
                  </a:cubicBezTo>
                  <a:cubicBezTo>
                    <a:pt x="2369" y="1251"/>
                    <a:pt x="1468" y="2385"/>
                    <a:pt x="567" y="3520"/>
                  </a:cubicBezTo>
                  <a:lnTo>
                    <a:pt x="167" y="3987"/>
                  </a:lnTo>
                  <a:cubicBezTo>
                    <a:pt x="0" y="4153"/>
                    <a:pt x="0" y="4454"/>
                    <a:pt x="167" y="4654"/>
                  </a:cubicBezTo>
                  <a:cubicBezTo>
                    <a:pt x="267" y="4737"/>
                    <a:pt x="384" y="4779"/>
                    <a:pt x="501" y="4779"/>
                  </a:cubicBezTo>
                  <a:cubicBezTo>
                    <a:pt x="617"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g3f8d4e882d8_0_2"/>
            <p:cNvSpPr/>
            <p:nvPr/>
          </p:nvSpPr>
          <p:spPr>
            <a:xfrm>
              <a:off x="309475" y="2288900"/>
              <a:ext cx="102600" cy="119475"/>
            </a:xfrm>
            <a:custGeom>
              <a:rect b="b" l="l" r="r" t="t"/>
              <a:pathLst>
                <a:path extrusionOk="0" h="4779" w="4104">
                  <a:moveTo>
                    <a:pt x="3590" y="0"/>
                  </a:moveTo>
                  <a:cubicBezTo>
                    <a:pt x="3469" y="0"/>
                    <a:pt x="3353" y="50"/>
                    <a:pt x="3269" y="150"/>
                  </a:cubicBezTo>
                  <a:cubicBezTo>
                    <a:pt x="2368" y="1251"/>
                    <a:pt x="1468" y="2385"/>
                    <a:pt x="567" y="3520"/>
                  </a:cubicBezTo>
                  <a:lnTo>
                    <a:pt x="167" y="3987"/>
                  </a:lnTo>
                  <a:cubicBezTo>
                    <a:pt x="0" y="4153"/>
                    <a:pt x="0" y="4454"/>
                    <a:pt x="167" y="4654"/>
                  </a:cubicBezTo>
                  <a:cubicBezTo>
                    <a:pt x="267" y="4737"/>
                    <a:pt x="392" y="4779"/>
                    <a:pt x="513" y="4779"/>
                  </a:cubicBezTo>
                  <a:cubicBezTo>
                    <a:pt x="634" y="4779"/>
                    <a:pt x="751"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3f8d4e882d8_0_2"/>
            <p:cNvSpPr/>
            <p:nvPr/>
          </p:nvSpPr>
          <p:spPr>
            <a:xfrm>
              <a:off x="386175" y="2288900"/>
              <a:ext cx="103450" cy="119475"/>
            </a:xfrm>
            <a:custGeom>
              <a:rect b="b" l="l" r="r" t="t"/>
              <a:pathLst>
                <a:path extrusionOk="0" h="4779" w="4138">
                  <a:moveTo>
                    <a:pt x="3620" y="0"/>
                  </a:moveTo>
                  <a:cubicBezTo>
                    <a:pt x="3503" y="0"/>
                    <a:pt x="3387" y="50"/>
                    <a:pt x="3303" y="150"/>
                  </a:cubicBezTo>
                  <a:lnTo>
                    <a:pt x="568" y="3520"/>
                  </a:lnTo>
                  <a:lnTo>
                    <a:pt x="201" y="3987"/>
                  </a:lnTo>
                  <a:cubicBezTo>
                    <a:pt x="1" y="4153"/>
                    <a:pt x="1" y="4454"/>
                    <a:pt x="201" y="4654"/>
                  </a:cubicBezTo>
                  <a:cubicBezTo>
                    <a:pt x="285" y="4737"/>
                    <a:pt x="401" y="4779"/>
                    <a:pt x="522" y="4779"/>
                  </a:cubicBezTo>
                  <a:cubicBezTo>
                    <a:pt x="643" y="4779"/>
                    <a:pt x="768" y="4737"/>
                    <a:pt x="868" y="4654"/>
                  </a:cubicBezTo>
                  <a:cubicBezTo>
                    <a:pt x="1769" y="3520"/>
                    <a:pt x="2670" y="2419"/>
                    <a:pt x="3570" y="1285"/>
                  </a:cubicBezTo>
                  <a:lnTo>
                    <a:pt x="3937" y="818"/>
                  </a:lnTo>
                  <a:cubicBezTo>
                    <a:pt x="4137" y="617"/>
                    <a:pt x="4137" y="317"/>
                    <a:pt x="3937" y="150"/>
                  </a:cubicBezTo>
                  <a:cubicBezTo>
                    <a:pt x="3854" y="50"/>
                    <a:pt x="3737" y="0"/>
                    <a:pt x="362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f8d4e882d8_0_2"/>
            <p:cNvSpPr/>
            <p:nvPr/>
          </p:nvSpPr>
          <p:spPr>
            <a:xfrm>
              <a:off x="463750" y="2288900"/>
              <a:ext cx="102600" cy="119475"/>
            </a:xfrm>
            <a:custGeom>
              <a:rect b="b" l="l" r="r" t="t"/>
              <a:pathLst>
                <a:path extrusionOk="0" h="4779" w="4104">
                  <a:moveTo>
                    <a:pt x="3603" y="0"/>
                  </a:moveTo>
                  <a:cubicBezTo>
                    <a:pt x="3486" y="0"/>
                    <a:pt x="3369" y="50"/>
                    <a:pt x="3269" y="150"/>
                  </a:cubicBezTo>
                  <a:lnTo>
                    <a:pt x="567" y="3520"/>
                  </a:lnTo>
                  <a:lnTo>
                    <a:pt x="200" y="3987"/>
                  </a:lnTo>
                  <a:cubicBezTo>
                    <a:pt x="0" y="4153"/>
                    <a:pt x="0" y="4454"/>
                    <a:pt x="200" y="4654"/>
                  </a:cubicBezTo>
                  <a:cubicBezTo>
                    <a:pt x="284" y="4737"/>
                    <a:pt x="400" y="4779"/>
                    <a:pt x="517" y="4779"/>
                  </a:cubicBezTo>
                  <a:cubicBezTo>
                    <a:pt x="634" y="4779"/>
                    <a:pt x="751" y="4737"/>
                    <a:pt x="834" y="4654"/>
                  </a:cubicBezTo>
                  <a:cubicBezTo>
                    <a:pt x="1735" y="3520"/>
                    <a:pt x="2635" y="2419"/>
                    <a:pt x="3569" y="1285"/>
                  </a:cubicBezTo>
                  <a:lnTo>
                    <a:pt x="3936" y="818"/>
                  </a:lnTo>
                  <a:cubicBezTo>
                    <a:pt x="4103" y="617"/>
                    <a:pt x="4103" y="317"/>
                    <a:pt x="3936" y="150"/>
                  </a:cubicBezTo>
                  <a:cubicBezTo>
                    <a:pt x="3836"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f8d4e882d8_0_2"/>
            <p:cNvSpPr/>
            <p:nvPr/>
          </p:nvSpPr>
          <p:spPr>
            <a:xfrm>
              <a:off x="541300" y="2288900"/>
              <a:ext cx="102600" cy="119475"/>
            </a:xfrm>
            <a:custGeom>
              <a:rect b="b" l="l" r="r" t="t"/>
              <a:pathLst>
                <a:path extrusionOk="0" h="4779" w="4104">
                  <a:moveTo>
                    <a:pt x="3590" y="0"/>
                  </a:moveTo>
                  <a:cubicBezTo>
                    <a:pt x="3470" y="0"/>
                    <a:pt x="3353" y="50"/>
                    <a:pt x="3269" y="150"/>
                  </a:cubicBezTo>
                  <a:lnTo>
                    <a:pt x="567" y="3520"/>
                  </a:lnTo>
                  <a:lnTo>
                    <a:pt x="167" y="3987"/>
                  </a:lnTo>
                  <a:cubicBezTo>
                    <a:pt x="0" y="4153"/>
                    <a:pt x="0" y="4454"/>
                    <a:pt x="167" y="4654"/>
                  </a:cubicBezTo>
                  <a:cubicBezTo>
                    <a:pt x="267" y="4737"/>
                    <a:pt x="384" y="4779"/>
                    <a:pt x="501" y="4779"/>
                  </a:cubicBezTo>
                  <a:cubicBezTo>
                    <a:pt x="618" y="4779"/>
                    <a:pt x="734" y="4737"/>
                    <a:pt x="834" y="4654"/>
                  </a:cubicBezTo>
                  <a:cubicBezTo>
                    <a:pt x="1735" y="3520"/>
                    <a:pt x="2636" y="2419"/>
                    <a:pt x="3536" y="1285"/>
                  </a:cubicBezTo>
                  <a:lnTo>
                    <a:pt x="3937" y="818"/>
                  </a:lnTo>
                  <a:cubicBezTo>
                    <a:pt x="4103" y="617"/>
                    <a:pt x="4103" y="317"/>
                    <a:pt x="3937"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3f8d4e882d8_0_2"/>
            <p:cNvSpPr/>
            <p:nvPr/>
          </p:nvSpPr>
          <p:spPr>
            <a:xfrm>
              <a:off x="618025" y="2288900"/>
              <a:ext cx="102600" cy="119475"/>
            </a:xfrm>
            <a:custGeom>
              <a:rect b="b" l="l" r="r" t="t"/>
              <a:pathLst>
                <a:path extrusionOk="0" h="4779" w="4104">
                  <a:moveTo>
                    <a:pt x="3615" y="0"/>
                  </a:moveTo>
                  <a:cubicBezTo>
                    <a:pt x="3494" y="0"/>
                    <a:pt x="3369" y="50"/>
                    <a:pt x="3269" y="150"/>
                  </a:cubicBezTo>
                  <a:lnTo>
                    <a:pt x="567" y="3520"/>
                  </a:lnTo>
                  <a:lnTo>
                    <a:pt x="200" y="3987"/>
                  </a:lnTo>
                  <a:cubicBezTo>
                    <a:pt x="0" y="4153"/>
                    <a:pt x="0" y="4454"/>
                    <a:pt x="200" y="4654"/>
                  </a:cubicBezTo>
                  <a:cubicBezTo>
                    <a:pt x="284" y="4737"/>
                    <a:pt x="401" y="4779"/>
                    <a:pt x="521" y="4779"/>
                  </a:cubicBezTo>
                  <a:cubicBezTo>
                    <a:pt x="642" y="4779"/>
                    <a:pt x="767" y="4737"/>
                    <a:pt x="868" y="4654"/>
                  </a:cubicBezTo>
                  <a:lnTo>
                    <a:pt x="3569" y="1285"/>
                  </a:lnTo>
                  <a:lnTo>
                    <a:pt x="3936" y="818"/>
                  </a:lnTo>
                  <a:cubicBezTo>
                    <a:pt x="4103" y="617"/>
                    <a:pt x="4103" y="317"/>
                    <a:pt x="3936" y="150"/>
                  </a:cubicBezTo>
                  <a:cubicBezTo>
                    <a:pt x="3853" y="50"/>
                    <a:pt x="3736" y="0"/>
                    <a:pt x="3615"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3f8d4e882d8_0_2"/>
            <p:cNvSpPr/>
            <p:nvPr/>
          </p:nvSpPr>
          <p:spPr>
            <a:xfrm>
              <a:off x="695575" y="2288900"/>
              <a:ext cx="102600" cy="119475"/>
            </a:xfrm>
            <a:custGeom>
              <a:rect b="b" l="l" r="r" t="t"/>
              <a:pathLst>
                <a:path extrusionOk="0" h="4779" w="4104">
                  <a:moveTo>
                    <a:pt x="3603" y="0"/>
                  </a:moveTo>
                  <a:cubicBezTo>
                    <a:pt x="3486" y="0"/>
                    <a:pt x="3370" y="50"/>
                    <a:pt x="3269" y="150"/>
                  </a:cubicBezTo>
                  <a:lnTo>
                    <a:pt x="568" y="3520"/>
                  </a:lnTo>
                  <a:lnTo>
                    <a:pt x="167" y="3987"/>
                  </a:lnTo>
                  <a:cubicBezTo>
                    <a:pt x="0" y="4153"/>
                    <a:pt x="0"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 name="Google Shape;82;g3f8d4e882d8_0_2"/>
          <p:cNvGrpSpPr/>
          <p:nvPr/>
        </p:nvGrpSpPr>
        <p:grpSpPr>
          <a:xfrm rot="390124">
            <a:off x="-711131" y="318232"/>
            <a:ext cx="1719442" cy="916249"/>
            <a:chOff x="7463504" y="3075666"/>
            <a:chExt cx="2603050" cy="1387103"/>
          </a:xfrm>
        </p:grpSpPr>
        <p:sp>
          <p:nvSpPr>
            <p:cNvPr id="83" name="Google Shape;83;g3f8d4e882d8_0_2"/>
            <p:cNvSpPr/>
            <p:nvPr/>
          </p:nvSpPr>
          <p:spPr>
            <a:xfrm rot="-970049">
              <a:off x="7514122" y="3409760"/>
              <a:ext cx="2501813" cy="718914"/>
            </a:xfrm>
            <a:custGeom>
              <a:rect b="b" l="l" r="r" t="t"/>
              <a:pathLst>
                <a:path extrusionOk="0" h="37053" w="128944">
                  <a:moveTo>
                    <a:pt x="119723" y="3025"/>
                  </a:moveTo>
                  <a:cubicBezTo>
                    <a:pt x="119950" y="3025"/>
                    <a:pt x="120176" y="3078"/>
                    <a:pt x="120387" y="3183"/>
                  </a:cubicBezTo>
                  <a:cubicBezTo>
                    <a:pt x="121455" y="3183"/>
                    <a:pt x="122523" y="3192"/>
                    <a:pt x="123590" y="3192"/>
                  </a:cubicBezTo>
                  <a:cubicBezTo>
                    <a:pt x="124124" y="3192"/>
                    <a:pt x="124658" y="3190"/>
                    <a:pt x="125192" y="3183"/>
                  </a:cubicBezTo>
                  <a:cubicBezTo>
                    <a:pt x="125219" y="3182"/>
                    <a:pt x="125245" y="3181"/>
                    <a:pt x="125270" y="3181"/>
                  </a:cubicBezTo>
                  <a:cubicBezTo>
                    <a:pt x="125652" y="3181"/>
                    <a:pt x="125782" y="3338"/>
                    <a:pt x="125782" y="3773"/>
                  </a:cubicBezTo>
                  <a:cubicBezTo>
                    <a:pt x="125782" y="5544"/>
                    <a:pt x="125782" y="7335"/>
                    <a:pt x="125782" y="9105"/>
                  </a:cubicBezTo>
                  <a:lnTo>
                    <a:pt x="125782" y="10560"/>
                  </a:lnTo>
                  <a:lnTo>
                    <a:pt x="125782" y="18063"/>
                  </a:lnTo>
                  <a:lnTo>
                    <a:pt x="125782" y="19517"/>
                  </a:lnTo>
                  <a:lnTo>
                    <a:pt x="125782" y="26493"/>
                  </a:lnTo>
                  <a:lnTo>
                    <a:pt x="125782" y="27947"/>
                  </a:lnTo>
                  <a:cubicBezTo>
                    <a:pt x="125782" y="29739"/>
                    <a:pt x="125761" y="31509"/>
                    <a:pt x="125782" y="33280"/>
                  </a:cubicBezTo>
                  <a:cubicBezTo>
                    <a:pt x="125803" y="33764"/>
                    <a:pt x="125635" y="33870"/>
                    <a:pt x="125171" y="33870"/>
                  </a:cubicBezTo>
                  <a:lnTo>
                    <a:pt x="4257" y="33870"/>
                  </a:lnTo>
                  <a:cubicBezTo>
                    <a:pt x="4052" y="33870"/>
                    <a:pt x="3889" y="33874"/>
                    <a:pt x="3759" y="33874"/>
                  </a:cubicBezTo>
                  <a:cubicBezTo>
                    <a:pt x="3197" y="33874"/>
                    <a:pt x="3267" y="33791"/>
                    <a:pt x="3267" y="32900"/>
                  </a:cubicBezTo>
                  <a:lnTo>
                    <a:pt x="3267" y="27947"/>
                  </a:lnTo>
                  <a:cubicBezTo>
                    <a:pt x="3098" y="27484"/>
                    <a:pt x="3098" y="26978"/>
                    <a:pt x="3267" y="26493"/>
                  </a:cubicBezTo>
                  <a:lnTo>
                    <a:pt x="3267" y="19517"/>
                  </a:lnTo>
                  <a:cubicBezTo>
                    <a:pt x="3098" y="19053"/>
                    <a:pt x="3098" y="18547"/>
                    <a:pt x="3267" y="18084"/>
                  </a:cubicBezTo>
                  <a:lnTo>
                    <a:pt x="3267" y="10560"/>
                  </a:lnTo>
                  <a:cubicBezTo>
                    <a:pt x="3098" y="10096"/>
                    <a:pt x="3098" y="9590"/>
                    <a:pt x="3267" y="9127"/>
                  </a:cubicBezTo>
                  <a:cubicBezTo>
                    <a:pt x="3267" y="7356"/>
                    <a:pt x="3309" y="5628"/>
                    <a:pt x="3267" y="3879"/>
                  </a:cubicBezTo>
                  <a:cubicBezTo>
                    <a:pt x="3267" y="3310"/>
                    <a:pt x="3457" y="3183"/>
                    <a:pt x="3983" y="3183"/>
                  </a:cubicBezTo>
                  <a:cubicBezTo>
                    <a:pt x="4812" y="3190"/>
                    <a:pt x="5641" y="3192"/>
                    <a:pt x="6471" y="3192"/>
                  </a:cubicBezTo>
                  <a:cubicBezTo>
                    <a:pt x="8131" y="3192"/>
                    <a:pt x="9793" y="3183"/>
                    <a:pt x="11465" y="3183"/>
                  </a:cubicBezTo>
                  <a:cubicBezTo>
                    <a:pt x="11645" y="3078"/>
                    <a:pt x="11845" y="3025"/>
                    <a:pt x="12048" y="3025"/>
                  </a:cubicBezTo>
                  <a:cubicBezTo>
                    <a:pt x="12251" y="3025"/>
                    <a:pt x="12456" y="3078"/>
                    <a:pt x="12646" y="3183"/>
                  </a:cubicBezTo>
                  <a:lnTo>
                    <a:pt x="25966" y="3183"/>
                  </a:lnTo>
                  <a:cubicBezTo>
                    <a:pt x="26166" y="3078"/>
                    <a:pt x="26387" y="3025"/>
                    <a:pt x="26611" y="3025"/>
                  </a:cubicBezTo>
                  <a:cubicBezTo>
                    <a:pt x="26835" y="3025"/>
                    <a:pt x="27062" y="3078"/>
                    <a:pt x="27273" y="3183"/>
                  </a:cubicBezTo>
                  <a:lnTo>
                    <a:pt x="38064" y="3183"/>
                  </a:lnTo>
                  <a:cubicBezTo>
                    <a:pt x="38274" y="3078"/>
                    <a:pt x="38501" y="3025"/>
                    <a:pt x="38727" y="3025"/>
                  </a:cubicBezTo>
                  <a:cubicBezTo>
                    <a:pt x="38954" y="3025"/>
                    <a:pt x="39181" y="3078"/>
                    <a:pt x="39391" y="3183"/>
                  </a:cubicBezTo>
                  <a:lnTo>
                    <a:pt x="52690" y="3183"/>
                  </a:lnTo>
                  <a:cubicBezTo>
                    <a:pt x="52901" y="3078"/>
                    <a:pt x="53128" y="3025"/>
                    <a:pt x="53352" y="3025"/>
                  </a:cubicBezTo>
                  <a:cubicBezTo>
                    <a:pt x="53576" y="3025"/>
                    <a:pt x="53797" y="3078"/>
                    <a:pt x="53997" y="3183"/>
                  </a:cubicBezTo>
                  <a:lnTo>
                    <a:pt x="65463" y="3183"/>
                  </a:lnTo>
                  <a:cubicBezTo>
                    <a:pt x="65673" y="3078"/>
                    <a:pt x="65900" y="3025"/>
                    <a:pt x="66126" y="3025"/>
                  </a:cubicBezTo>
                  <a:cubicBezTo>
                    <a:pt x="66353" y="3025"/>
                    <a:pt x="66580" y="3078"/>
                    <a:pt x="66790" y="3183"/>
                  </a:cubicBezTo>
                  <a:lnTo>
                    <a:pt x="79963" y="3183"/>
                  </a:lnTo>
                  <a:cubicBezTo>
                    <a:pt x="80163" y="3078"/>
                    <a:pt x="80384" y="3025"/>
                    <a:pt x="80608" y="3025"/>
                  </a:cubicBezTo>
                  <a:cubicBezTo>
                    <a:pt x="80832" y="3025"/>
                    <a:pt x="81059" y="3078"/>
                    <a:pt x="81270" y="3183"/>
                  </a:cubicBezTo>
                  <a:lnTo>
                    <a:pt x="92208" y="3183"/>
                  </a:lnTo>
                  <a:cubicBezTo>
                    <a:pt x="92419" y="3078"/>
                    <a:pt x="92645" y="3025"/>
                    <a:pt x="92869" y="3025"/>
                  </a:cubicBezTo>
                  <a:cubicBezTo>
                    <a:pt x="93093" y="3025"/>
                    <a:pt x="93315" y="3078"/>
                    <a:pt x="93515" y="3183"/>
                  </a:cubicBezTo>
                  <a:lnTo>
                    <a:pt x="106687" y="3183"/>
                  </a:lnTo>
                  <a:cubicBezTo>
                    <a:pt x="106898" y="3078"/>
                    <a:pt x="107125" y="3025"/>
                    <a:pt x="107351" y="3025"/>
                  </a:cubicBezTo>
                  <a:cubicBezTo>
                    <a:pt x="107578" y="3025"/>
                    <a:pt x="107804" y="3078"/>
                    <a:pt x="108015" y="3183"/>
                  </a:cubicBezTo>
                  <a:lnTo>
                    <a:pt x="119059" y="3183"/>
                  </a:lnTo>
                  <a:cubicBezTo>
                    <a:pt x="119270" y="3078"/>
                    <a:pt x="119496" y="3025"/>
                    <a:pt x="119723" y="3025"/>
                  </a:cubicBezTo>
                  <a:close/>
                  <a:moveTo>
                    <a:pt x="125677" y="1"/>
                  </a:moveTo>
                  <a:cubicBezTo>
                    <a:pt x="84874" y="1"/>
                    <a:pt x="44049" y="22"/>
                    <a:pt x="3225" y="22"/>
                  </a:cubicBezTo>
                  <a:cubicBezTo>
                    <a:pt x="3187" y="20"/>
                    <a:pt x="3149" y="20"/>
                    <a:pt x="3111" y="20"/>
                  </a:cubicBezTo>
                  <a:cubicBezTo>
                    <a:pt x="2017" y="20"/>
                    <a:pt x="1015" y="604"/>
                    <a:pt x="506" y="1581"/>
                  </a:cubicBezTo>
                  <a:cubicBezTo>
                    <a:pt x="63" y="2361"/>
                    <a:pt x="0" y="3246"/>
                    <a:pt x="0" y="4110"/>
                  </a:cubicBezTo>
                  <a:lnTo>
                    <a:pt x="0" y="31699"/>
                  </a:lnTo>
                  <a:cubicBezTo>
                    <a:pt x="0" y="32479"/>
                    <a:pt x="63" y="33280"/>
                    <a:pt x="105" y="34059"/>
                  </a:cubicBezTo>
                  <a:cubicBezTo>
                    <a:pt x="190" y="35893"/>
                    <a:pt x="1834" y="37052"/>
                    <a:pt x="3372" y="37052"/>
                  </a:cubicBezTo>
                  <a:cubicBezTo>
                    <a:pt x="23732" y="37031"/>
                    <a:pt x="44070" y="37031"/>
                    <a:pt x="64430" y="37031"/>
                  </a:cubicBezTo>
                  <a:lnTo>
                    <a:pt x="125593" y="37031"/>
                  </a:lnTo>
                  <a:cubicBezTo>
                    <a:pt x="125633" y="37033"/>
                    <a:pt x="125673" y="37033"/>
                    <a:pt x="125713" y="37033"/>
                  </a:cubicBezTo>
                  <a:cubicBezTo>
                    <a:pt x="126786" y="37033"/>
                    <a:pt x="127806" y="36491"/>
                    <a:pt x="128375" y="35577"/>
                  </a:cubicBezTo>
                  <a:cubicBezTo>
                    <a:pt x="128902" y="34797"/>
                    <a:pt x="128944" y="33933"/>
                    <a:pt x="128944" y="33069"/>
                  </a:cubicBezTo>
                  <a:lnTo>
                    <a:pt x="128944" y="5206"/>
                  </a:lnTo>
                  <a:cubicBezTo>
                    <a:pt x="128944" y="4427"/>
                    <a:pt x="128902" y="3626"/>
                    <a:pt x="128838" y="2846"/>
                  </a:cubicBezTo>
                  <a:cubicBezTo>
                    <a:pt x="128733" y="1307"/>
                    <a:pt x="127173" y="1"/>
                    <a:pt x="125677" y="1"/>
                  </a:cubicBezTo>
                  <a:close/>
                </a:path>
              </a:pathLst>
            </a:custGeom>
            <a:solidFill>
              <a:srgbClr val="D7E6A3"/>
            </a:solidFill>
            <a:ln>
              <a:noFill/>
            </a:ln>
            <a:effectLst>
              <a:outerShdw rotWithShape="0" algn="bl" dir="3000000" dist="57150">
                <a:srgbClr val="C0791B">
                  <a:alpha val="7804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3f8d4e882d8_0_2"/>
            <p:cNvSpPr/>
            <p:nvPr/>
          </p:nvSpPr>
          <p:spPr>
            <a:xfrm rot="-970049">
              <a:off x="7643875" y="3941661"/>
              <a:ext cx="2378822" cy="115793"/>
            </a:xfrm>
            <a:custGeom>
              <a:rect b="b" l="l" r="r" t="t"/>
              <a:pathLst>
                <a:path extrusionOk="0" h="5968" w="122605">
                  <a:moveTo>
                    <a:pt x="7529" y="0"/>
                  </a:moveTo>
                  <a:cubicBezTo>
                    <a:pt x="5042" y="21"/>
                    <a:pt x="2534" y="21"/>
                    <a:pt x="26" y="21"/>
                  </a:cubicBezTo>
                  <a:cubicBezTo>
                    <a:pt x="26" y="1665"/>
                    <a:pt x="26" y="3309"/>
                    <a:pt x="89" y="4974"/>
                  </a:cubicBezTo>
                  <a:cubicBezTo>
                    <a:pt x="89" y="5893"/>
                    <a:pt x="0" y="5968"/>
                    <a:pt x="630" y="5968"/>
                  </a:cubicBezTo>
                  <a:cubicBezTo>
                    <a:pt x="752" y="5968"/>
                    <a:pt x="900" y="5965"/>
                    <a:pt x="1080" y="5965"/>
                  </a:cubicBezTo>
                  <a:lnTo>
                    <a:pt x="116724" y="5965"/>
                  </a:lnTo>
                  <a:cubicBezTo>
                    <a:pt x="117905" y="5965"/>
                    <a:pt x="119076" y="5955"/>
                    <a:pt x="120243" y="5955"/>
                  </a:cubicBezTo>
                  <a:cubicBezTo>
                    <a:pt x="120827" y="5955"/>
                    <a:pt x="121410" y="5958"/>
                    <a:pt x="121993" y="5965"/>
                  </a:cubicBezTo>
                  <a:cubicBezTo>
                    <a:pt x="122436" y="5965"/>
                    <a:pt x="122605" y="5838"/>
                    <a:pt x="122605" y="5375"/>
                  </a:cubicBezTo>
                  <a:cubicBezTo>
                    <a:pt x="122584" y="3583"/>
                    <a:pt x="122584" y="1813"/>
                    <a:pt x="122584" y="42"/>
                  </a:cubicBezTo>
                  <a:cubicBezTo>
                    <a:pt x="120982" y="42"/>
                    <a:pt x="119380" y="42"/>
                    <a:pt x="117778" y="21"/>
                  </a:cubicBezTo>
                  <a:cubicBezTo>
                    <a:pt x="117755" y="20"/>
                    <a:pt x="117733" y="20"/>
                    <a:pt x="117711" y="20"/>
                  </a:cubicBezTo>
                  <a:cubicBezTo>
                    <a:pt x="117302" y="20"/>
                    <a:pt x="117188" y="212"/>
                    <a:pt x="117188" y="633"/>
                  </a:cubicBezTo>
                  <a:cubicBezTo>
                    <a:pt x="117209" y="2129"/>
                    <a:pt x="117188" y="3625"/>
                    <a:pt x="117209" y="5101"/>
                  </a:cubicBezTo>
                  <a:cubicBezTo>
                    <a:pt x="117230" y="5628"/>
                    <a:pt x="117104" y="5838"/>
                    <a:pt x="116535" y="5838"/>
                  </a:cubicBezTo>
                  <a:cubicBezTo>
                    <a:pt x="116513" y="5839"/>
                    <a:pt x="116493" y="5839"/>
                    <a:pt x="116473" y="5839"/>
                  </a:cubicBezTo>
                  <a:cubicBezTo>
                    <a:pt x="115901" y="5839"/>
                    <a:pt x="115881" y="5548"/>
                    <a:pt x="115881" y="5080"/>
                  </a:cubicBezTo>
                  <a:cubicBezTo>
                    <a:pt x="115902" y="3604"/>
                    <a:pt x="115881" y="2129"/>
                    <a:pt x="115902" y="675"/>
                  </a:cubicBezTo>
                  <a:cubicBezTo>
                    <a:pt x="115902" y="190"/>
                    <a:pt x="115797" y="21"/>
                    <a:pt x="115270" y="21"/>
                  </a:cubicBezTo>
                  <a:lnTo>
                    <a:pt x="105406" y="21"/>
                  </a:lnTo>
                  <a:cubicBezTo>
                    <a:pt x="104922" y="21"/>
                    <a:pt x="104816" y="190"/>
                    <a:pt x="104816" y="633"/>
                  </a:cubicBezTo>
                  <a:cubicBezTo>
                    <a:pt x="104837" y="2129"/>
                    <a:pt x="104795" y="3625"/>
                    <a:pt x="104837" y="5101"/>
                  </a:cubicBezTo>
                  <a:cubicBezTo>
                    <a:pt x="104837" y="5628"/>
                    <a:pt x="104732" y="5838"/>
                    <a:pt x="104142" y="5838"/>
                  </a:cubicBezTo>
                  <a:cubicBezTo>
                    <a:pt x="104121" y="5839"/>
                    <a:pt x="104102" y="5839"/>
                    <a:pt x="104082" y="5839"/>
                  </a:cubicBezTo>
                  <a:cubicBezTo>
                    <a:pt x="103528" y="5839"/>
                    <a:pt x="103489" y="5548"/>
                    <a:pt x="103489" y="5080"/>
                  </a:cubicBezTo>
                  <a:cubicBezTo>
                    <a:pt x="103510" y="3604"/>
                    <a:pt x="103489" y="2150"/>
                    <a:pt x="103510" y="675"/>
                  </a:cubicBezTo>
                  <a:cubicBezTo>
                    <a:pt x="103531" y="211"/>
                    <a:pt x="103425" y="21"/>
                    <a:pt x="102898" y="21"/>
                  </a:cubicBezTo>
                  <a:lnTo>
                    <a:pt x="90906" y="21"/>
                  </a:lnTo>
                  <a:cubicBezTo>
                    <a:pt x="90442" y="21"/>
                    <a:pt x="90316" y="190"/>
                    <a:pt x="90316" y="633"/>
                  </a:cubicBezTo>
                  <a:cubicBezTo>
                    <a:pt x="90337" y="2129"/>
                    <a:pt x="90316" y="3604"/>
                    <a:pt x="90337" y="5101"/>
                  </a:cubicBezTo>
                  <a:cubicBezTo>
                    <a:pt x="90358" y="5628"/>
                    <a:pt x="90232" y="5838"/>
                    <a:pt x="89663" y="5838"/>
                  </a:cubicBezTo>
                  <a:cubicBezTo>
                    <a:pt x="89641" y="5839"/>
                    <a:pt x="89621" y="5839"/>
                    <a:pt x="89601" y="5839"/>
                  </a:cubicBezTo>
                  <a:cubicBezTo>
                    <a:pt x="89029" y="5839"/>
                    <a:pt x="89009" y="5548"/>
                    <a:pt x="89009" y="5080"/>
                  </a:cubicBezTo>
                  <a:cubicBezTo>
                    <a:pt x="89030" y="3625"/>
                    <a:pt x="88988" y="2171"/>
                    <a:pt x="89030" y="738"/>
                  </a:cubicBezTo>
                  <a:cubicBezTo>
                    <a:pt x="89030" y="211"/>
                    <a:pt x="88904" y="21"/>
                    <a:pt x="88335" y="21"/>
                  </a:cubicBezTo>
                  <a:cubicBezTo>
                    <a:pt x="86733" y="32"/>
                    <a:pt x="85131" y="37"/>
                    <a:pt x="83529" y="37"/>
                  </a:cubicBezTo>
                  <a:cubicBezTo>
                    <a:pt x="81928" y="37"/>
                    <a:pt x="80326" y="32"/>
                    <a:pt x="78724" y="21"/>
                  </a:cubicBezTo>
                  <a:cubicBezTo>
                    <a:pt x="78699" y="20"/>
                    <a:pt x="78675" y="20"/>
                    <a:pt x="78652" y="20"/>
                  </a:cubicBezTo>
                  <a:cubicBezTo>
                    <a:pt x="78167" y="20"/>
                    <a:pt x="78071" y="233"/>
                    <a:pt x="78071" y="696"/>
                  </a:cubicBezTo>
                  <a:cubicBezTo>
                    <a:pt x="78092" y="2108"/>
                    <a:pt x="78071" y="3520"/>
                    <a:pt x="78071" y="4911"/>
                  </a:cubicBezTo>
                  <a:cubicBezTo>
                    <a:pt x="78071" y="5375"/>
                    <a:pt x="78218" y="5859"/>
                    <a:pt x="77396" y="5859"/>
                  </a:cubicBezTo>
                  <a:cubicBezTo>
                    <a:pt x="76638" y="5838"/>
                    <a:pt x="76764" y="5396"/>
                    <a:pt x="76764" y="4953"/>
                  </a:cubicBezTo>
                  <a:cubicBezTo>
                    <a:pt x="76764" y="3541"/>
                    <a:pt x="76722" y="2129"/>
                    <a:pt x="76764" y="738"/>
                  </a:cubicBezTo>
                  <a:cubicBezTo>
                    <a:pt x="76785" y="211"/>
                    <a:pt x="76638" y="21"/>
                    <a:pt x="76069" y="21"/>
                  </a:cubicBezTo>
                  <a:cubicBezTo>
                    <a:pt x="74098" y="32"/>
                    <a:pt x="72122" y="37"/>
                    <a:pt x="70146" y="37"/>
                  </a:cubicBezTo>
                  <a:cubicBezTo>
                    <a:pt x="68170" y="37"/>
                    <a:pt x="66194" y="32"/>
                    <a:pt x="64224" y="21"/>
                  </a:cubicBezTo>
                  <a:cubicBezTo>
                    <a:pt x="64197" y="20"/>
                    <a:pt x="64171" y="20"/>
                    <a:pt x="64146" y="20"/>
                  </a:cubicBezTo>
                  <a:cubicBezTo>
                    <a:pt x="63666" y="20"/>
                    <a:pt x="63570" y="215"/>
                    <a:pt x="63570" y="696"/>
                  </a:cubicBezTo>
                  <a:cubicBezTo>
                    <a:pt x="63570" y="2129"/>
                    <a:pt x="63570" y="3541"/>
                    <a:pt x="63570" y="4974"/>
                  </a:cubicBezTo>
                  <a:cubicBezTo>
                    <a:pt x="63570" y="5447"/>
                    <a:pt x="63630" y="5839"/>
                    <a:pt x="62950" y="5839"/>
                  </a:cubicBezTo>
                  <a:cubicBezTo>
                    <a:pt x="62933" y="5839"/>
                    <a:pt x="62915" y="5839"/>
                    <a:pt x="62896" y="5838"/>
                  </a:cubicBezTo>
                  <a:cubicBezTo>
                    <a:pt x="62200" y="5838"/>
                    <a:pt x="62264" y="5459"/>
                    <a:pt x="62264" y="5016"/>
                  </a:cubicBezTo>
                  <a:cubicBezTo>
                    <a:pt x="62264" y="3583"/>
                    <a:pt x="62222" y="2150"/>
                    <a:pt x="62264" y="738"/>
                  </a:cubicBezTo>
                  <a:cubicBezTo>
                    <a:pt x="62264" y="211"/>
                    <a:pt x="62137" y="21"/>
                    <a:pt x="61568" y="21"/>
                  </a:cubicBezTo>
                  <a:cubicBezTo>
                    <a:pt x="59882" y="32"/>
                    <a:pt x="58191" y="37"/>
                    <a:pt x="56499" y="37"/>
                  </a:cubicBezTo>
                  <a:cubicBezTo>
                    <a:pt x="54808" y="37"/>
                    <a:pt x="53117" y="32"/>
                    <a:pt x="51431" y="21"/>
                  </a:cubicBezTo>
                  <a:cubicBezTo>
                    <a:pt x="51406" y="20"/>
                    <a:pt x="51382" y="20"/>
                    <a:pt x="51359" y="20"/>
                  </a:cubicBezTo>
                  <a:cubicBezTo>
                    <a:pt x="50873" y="20"/>
                    <a:pt x="50777" y="233"/>
                    <a:pt x="50777" y="696"/>
                  </a:cubicBezTo>
                  <a:cubicBezTo>
                    <a:pt x="50777" y="2108"/>
                    <a:pt x="50777" y="3520"/>
                    <a:pt x="50777" y="4911"/>
                  </a:cubicBezTo>
                  <a:cubicBezTo>
                    <a:pt x="50777" y="5375"/>
                    <a:pt x="50925" y="5859"/>
                    <a:pt x="50103" y="5859"/>
                  </a:cubicBezTo>
                  <a:cubicBezTo>
                    <a:pt x="49323" y="5838"/>
                    <a:pt x="49449" y="5396"/>
                    <a:pt x="49449" y="4953"/>
                  </a:cubicBezTo>
                  <a:cubicBezTo>
                    <a:pt x="49449" y="3562"/>
                    <a:pt x="49428" y="2192"/>
                    <a:pt x="49449" y="801"/>
                  </a:cubicBezTo>
                  <a:cubicBezTo>
                    <a:pt x="49470" y="211"/>
                    <a:pt x="49344" y="0"/>
                    <a:pt x="48712" y="0"/>
                  </a:cubicBezTo>
                  <a:cubicBezTo>
                    <a:pt x="46741" y="21"/>
                    <a:pt x="44776" y="32"/>
                    <a:pt x="42810" y="32"/>
                  </a:cubicBezTo>
                  <a:cubicBezTo>
                    <a:pt x="40845" y="32"/>
                    <a:pt x="38880" y="21"/>
                    <a:pt x="36909" y="0"/>
                  </a:cubicBezTo>
                  <a:cubicBezTo>
                    <a:pt x="36256" y="0"/>
                    <a:pt x="36108" y="211"/>
                    <a:pt x="36129" y="843"/>
                  </a:cubicBezTo>
                  <a:cubicBezTo>
                    <a:pt x="36171" y="2255"/>
                    <a:pt x="36129" y="3689"/>
                    <a:pt x="36150" y="5122"/>
                  </a:cubicBezTo>
                  <a:cubicBezTo>
                    <a:pt x="36171" y="5628"/>
                    <a:pt x="36024" y="5838"/>
                    <a:pt x="35455" y="5838"/>
                  </a:cubicBezTo>
                  <a:cubicBezTo>
                    <a:pt x="34907" y="5838"/>
                    <a:pt x="34823" y="5628"/>
                    <a:pt x="34823" y="5143"/>
                  </a:cubicBezTo>
                  <a:cubicBezTo>
                    <a:pt x="34844" y="3646"/>
                    <a:pt x="34801" y="2150"/>
                    <a:pt x="34844" y="654"/>
                  </a:cubicBezTo>
                  <a:cubicBezTo>
                    <a:pt x="34844" y="190"/>
                    <a:pt x="34717" y="0"/>
                    <a:pt x="34211" y="0"/>
                  </a:cubicBezTo>
                  <a:cubicBezTo>
                    <a:pt x="32620" y="11"/>
                    <a:pt x="31029" y="16"/>
                    <a:pt x="29438" y="16"/>
                  </a:cubicBezTo>
                  <a:cubicBezTo>
                    <a:pt x="27846" y="16"/>
                    <a:pt x="26255" y="11"/>
                    <a:pt x="24664" y="0"/>
                  </a:cubicBezTo>
                  <a:cubicBezTo>
                    <a:pt x="24116" y="0"/>
                    <a:pt x="24011" y="190"/>
                    <a:pt x="24011" y="696"/>
                  </a:cubicBezTo>
                  <a:cubicBezTo>
                    <a:pt x="24032" y="2150"/>
                    <a:pt x="24011" y="3583"/>
                    <a:pt x="24032" y="5037"/>
                  </a:cubicBezTo>
                  <a:cubicBezTo>
                    <a:pt x="24032" y="5543"/>
                    <a:pt x="23968" y="5838"/>
                    <a:pt x="23336" y="5838"/>
                  </a:cubicBezTo>
                  <a:cubicBezTo>
                    <a:pt x="22704" y="5817"/>
                    <a:pt x="22704" y="5543"/>
                    <a:pt x="22704" y="5059"/>
                  </a:cubicBezTo>
                  <a:cubicBezTo>
                    <a:pt x="22704" y="3583"/>
                    <a:pt x="22683" y="2129"/>
                    <a:pt x="22704" y="654"/>
                  </a:cubicBezTo>
                  <a:cubicBezTo>
                    <a:pt x="22725" y="169"/>
                    <a:pt x="22598" y="0"/>
                    <a:pt x="22093" y="0"/>
                  </a:cubicBezTo>
                  <a:cubicBezTo>
                    <a:pt x="20080" y="11"/>
                    <a:pt x="18072" y="16"/>
                    <a:pt x="16065" y="16"/>
                  </a:cubicBezTo>
                  <a:cubicBezTo>
                    <a:pt x="14057" y="16"/>
                    <a:pt x="12050" y="11"/>
                    <a:pt x="10037" y="0"/>
                  </a:cubicBezTo>
                  <a:cubicBezTo>
                    <a:pt x="9489" y="0"/>
                    <a:pt x="9405" y="211"/>
                    <a:pt x="9405" y="696"/>
                  </a:cubicBezTo>
                  <a:cubicBezTo>
                    <a:pt x="9405" y="2192"/>
                    <a:pt x="9384" y="3689"/>
                    <a:pt x="9405" y="5164"/>
                  </a:cubicBezTo>
                  <a:cubicBezTo>
                    <a:pt x="9426" y="5649"/>
                    <a:pt x="9278" y="5838"/>
                    <a:pt x="8794" y="5838"/>
                  </a:cubicBezTo>
                  <a:cubicBezTo>
                    <a:pt x="8309" y="5817"/>
                    <a:pt x="8203" y="5628"/>
                    <a:pt x="8203" y="5206"/>
                  </a:cubicBezTo>
                  <a:cubicBezTo>
                    <a:pt x="8224" y="3710"/>
                    <a:pt x="8203" y="2213"/>
                    <a:pt x="8224" y="717"/>
                  </a:cubicBezTo>
                  <a:cubicBezTo>
                    <a:pt x="8246" y="190"/>
                    <a:pt x="8098" y="0"/>
                    <a:pt x="7529"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f8d4e882d8_0_2"/>
            <p:cNvSpPr/>
            <p:nvPr/>
          </p:nvSpPr>
          <p:spPr>
            <a:xfrm rot="-970049">
              <a:off x="7726880" y="3725119"/>
              <a:ext cx="258458" cy="115327"/>
            </a:xfrm>
            <a:custGeom>
              <a:rect b="b" l="l" r="r" t="t"/>
              <a:pathLst>
                <a:path extrusionOk="0" h="5944" w="13321">
                  <a:moveTo>
                    <a:pt x="1" y="0"/>
                  </a:moveTo>
                  <a:cubicBezTo>
                    <a:pt x="1" y="1770"/>
                    <a:pt x="22" y="3562"/>
                    <a:pt x="1" y="5332"/>
                  </a:cubicBezTo>
                  <a:cubicBezTo>
                    <a:pt x="1" y="5796"/>
                    <a:pt x="148" y="5944"/>
                    <a:pt x="612" y="5944"/>
                  </a:cubicBezTo>
                  <a:cubicBezTo>
                    <a:pt x="2625" y="5933"/>
                    <a:pt x="4643" y="5928"/>
                    <a:pt x="6663" y="5928"/>
                  </a:cubicBezTo>
                  <a:cubicBezTo>
                    <a:pt x="8684" y="5928"/>
                    <a:pt x="10707" y="5933"/>
                    <a:pt x="12731" y="5944"/>
                  </a:cubicBezTo>
                  <a:cubicBezTo>
                    <a:pt x="13194" y="5944"/>
                    <a:pt x="13321" y="5796"/>
                    <a:pt x="13321" y="5332"/>
                  </a:cubicBezTo>
                  <a:lnTo>
                    <a:pt x="13321" y="0"/>
                  </a:ln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3f8d4e882d8_0_2"/>
            <p:cNvSpPr/>
            <p:nvPr/>
          </p:nvSpPr>
          <p:spPr>
            <a:xfrm rot="-970049">
              <a:off x="8225258" y="3580598"/>
              <a:ext cx="258458" cy="115327"/>
            </a:xfrm>
            <a:custGeom>
              <a:rect b="b" l="l" r="r" t="t"/>
              <a:pathLst>
                <a:path extrusionOk="0" h="5944" w="13321">
                  <a:moveTo>
                    <a:pt x="0" y="0"/>
                  </a:moveTo>
                  <a:cubicBezTo>
                    <a:pt x="0" y="1749"/>
                    <a:pt x="21" y="3499"/>
                    <a:pt x="0" y="5248"/>
                  </a:cubicBezTo>
                  <a:cubicBezTo>
                    <a:pt x="0" y="5754"/>
                    <a:pt x="106" y="5944"/>
                    <a:pt x="654" y="5944"/>
                  </a:cubicBezTo>
                  <a:cubicBezTo>
                    <a:pt x="2656" y="5933"/>
                    <a:pt x="4658" y="5928"/>
                    <a:pt x="6660" y="5928"/>
                  </a:cubicBezTo>
                  <a:cubicBezTo>
                    <a:pt x="8663" y="5928"/>
                    <a:pt x="10665" y="5933"/>
                    <a:pt x="12667" y="5944"/>
                  </a:cubicBezTo>
                  <a:cubicBezTo>
                    <a:pt x="13215" y="5944"/>
                    <a:pt x="13320" y="5733"/>
                    <a:pt x="13320" y="5248"/>
                  </a:cubicBezTo>
                  <a:cubicBezTo>
                    <a:pt x="13299" y="3499"/>
                    <a:pt x="13320" y="1749"/>
                    <a:pt x="13320"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f8d4e882d8_0_2"/>
            <p:cNvSpPr/>
            <p:nvPr/>
          </p:nvSpPr>
          <p:spPr>
            <a:xfrm rot="-970049">
              <a:off x="8735460" y="3433005"/>
              <a:ext cx="255994" cy="115327"/>
            </a:xfrm>
            <a:custGeom>
              <a:rect b="b" l="l" r="r" t="t"/>
              <a:pathLst>
                <a:path extrusionOk="0" h="5944" w="13194">
                  <a:moveTo>
                    <a:pt x="21" y="0"/>
                  </a:moveTo>
                  <a:cubicBezTo>
                    <a:pt x="0" y="1749"/>
                    <a:pt x="21" y="3499"/>
                    <a:pt x="0" y="5248"/>
                  </a:cubicBezTo>
                  <a:cubicBezTo>
                    <a:pt x="0" y="5754"/>
                    <a:pt x="106" y="5944"/>
                    <a:pt x="654" y="5944"/>
                  </a:cubicBezTo>
                  <a:cubicBezTo>
                    <a:pt x="2635" y="5933"/>
                    <a:pt x="4616" y="5928"/>
                    <a:pt x="6597" y="5928"/>
                  </a:cubicBezTo>
                  <a:cubicBezTo>
                    <a:pt x="8578" y="5928"/>
                    <a:pt x="10559" y="5933"/>
                    <a:pt x="12540" y="5944"/>
                  </a:cubicBezTo>
                  <a:cubicBezTo>
                    <a:pt x="13088" y="5944"/>
                    <a:pt x="13194" y="5754"/>
                    <a:pt x="13194" y="5248"/>
                  </a:cubicBezTo>
                  <a:lnTo>
                    <a:pt x="13194" y="0"/>
                  </a:ln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3f8d4e882d8_0_2"/>
            <p:cNvSpPr/>
            <p:nvPr/>
          </p:nvSpPr>
          <p:spPr>
            <a:xfrm rot="-970049">
              <a:off x="9233818" y="3288487"/>
              <a:ext cx="256014" cy="115327"/>
            </a:xfrm>
            <a:custGeom>
              <a:rect b="b" l="l" r="r" t="t"/>
              <a:pathLst>
                <a:path extrusionOk="0" h="5944" w="13195">
                  <a:moveTo>
                    <a:pt x="22" y="0"/>
                  </a:moveTo>
                  <a:cubicBezTo>
                    <a:pt x="1" y="1749"/>
                    <a:pt x="43" y="3499"/>
                    <a:pt x="1" y="5248"/>
                  </a:cubicBezTo>
                  <a:cubicBezTo>
                    <a:pt x="1" y="5754"/>
                    <a:pt x="106" y="5944"/>
                    <a:pt x="654" y="5944"/>
                  </a:cubicBezTo>
                  <a:cubicBezTo>
                    <a:pt x="2635" y="5933"/>
                    <a:pt x="4622" y="5928"/>
                    <a:pt x="6608" y="5928"/>
                  </a:cubicBezTo>
                  <a:cubicBezTo>
                    <a:pt x="8595" y="5928"/>
                    <a:pt x="10581" y="5933"/>
                    <a:pt x="12562" y="5944"/>
                  </a:cubicBezTo>
                  <a:cubicBezTo>
                    <a:pt x="13110" y="5944"/>
                    <a:pt x="13194" y="5754"/>
                    <a:pt x="13194" y="5248"/>
                  </a:cubicBezTo>
                  <a:cubicBezTo>
                    <a:pt x="13194" y="3499"/>
                    <a:pt x="13194" y="1749"/>
                    <a:pt x="13194"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f8d4e882d8_0_2"/>
            <p:cNvSpPr/>
            <p:nvPr/>
          </p:nvSpPr>
          <p:spPr>
            <a:xfrm rot="-970049">
              <a:off x="8498125" y="3506629"/>
              <a:ext cx="222875" cy="115327"/>
            </a:xfrm>
            <a:custGeom>
              <a:rect b="b" l="l" r="r" t="t"/>
              <a:pathLst>
                <a:path extrusionOk="0" h="5944" w="11487">
                  <a:moveTo>
                    <a:pt x="21" y="0"/>
                  </a:moveTo>
                  <a:cubicBezTo>
                    <a:pt x="21" y="1749"/>
                    <a:pt x="21" y="3499"/>
                    <a:pt x="0" y="5248"/>
                  </a:cubicBezTo>
                  <a:cubicBezTo>
                    <a:pt x="0" y="5754"/>
                    <a:pt x="105" y="5944"/>
                    <a:pt x="653" y="5944"/>
                  </a:cubicBezTo>
                  <a:cubicBezTo>
                    <a:pt x="2350" y="5933"/>
                    <a:pt x="4047" y="5928"/>
                    <a:pt x="5743" y="5928"/>
                  </a:cubicBezTo>
                  <a:cubicBezTo>
                    <a:pt x="7440" y="5928"/>
                    <a:pt x="9137" y="5933"/>
                    <a:pt x="10833" y="5944"/>
                  </a:cubicBezTo>
                  <a:cubicBezTo>
                    <a:pt x="11381" y="5944"/>
                    <a:pt x="11487" y="5733"/>
                    <a:pt x="11487" y="5248"/>
                  </a:cubicBezTo>
                  <a:cubicBezTo>
                    <a:pt x="11465" y="3499"/>
                    <a:pt x="11487" y="1749"/>
                    <a:pt x="11487"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3f8d4e882d8_0_2"/>
            <p:cNvSpPr/>
            <p:nvPr/>
          </p:nvSpPr>
          <p:spPr>
            <a:xfrm rot="-970049">
              <a:off x="9504826" y="3215769"/>
              <a:ext cx="215521" cy="115327"/>
            </a:xfrm>
            <a:custGeom>
              <a:rect b="b" l="l" r="r" t="t"/>
              <a:pathLst>
                <a:path extrusionOk="0" h="5944" w="11108">
                  <a:moveTo>
                    <a:pt x="21" y="0"/>
                  </a:moveTo>
                  <a:cubicBezTo>
                    <a:pt x="0" y="1749"/>
                    <a:pt x="42" y="3499"/>
                    <a:pt x="0" y="5248"/>
                  </a:cubicBezTo>
                  <a:cubicBezTo>
                    <a:pt x="0" y="5754"/>
                    <a:pt x="105" y="5944"/>
                    <a:pt x="653" y="5944"/>
                  </a:cubicBezTo>
                  <a:cubicBezTo>
                    <a:pt x="2287" y="5933"/>
                    <a:pt x="3920" y="5928"/>
                    <a:pt x="5554" y="5928"/>
                  </a:cubicBezTo>
                  <a:cubicBezTo>
                    <a:pt x="7187" y="5928"/>
                    <a:pt x="8820" y="5933"/>
                    <a:pt x="10454" y="5944"/>
                  </a:cubicBezTo>
                  <a:cubicBezTo>
                    <a:pt x="11002" y="5944"/>
                    <a:pt x="11107" y="5754"/>
                    <a:pt x="11107" y="5248"/>
                  </a:cubicBezTo>
                  <a:cubicBezTo>
                    <a:pt x="11086" y="3499"/>
                    <a:pt x="11086" y="1749"/>
                    <a:pt x="11086"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f8d4e882d8_0_2"/>
            <p:cNvSpPr/>
            <p:nvPr/>
          </p:nvSpPr>
          <p:spPr>
            <a:xfrm rot="-970049">
              <a:off x="9006505" y="3360687"/>
              <a:ext cx="212669" cy="115327"/>
            </a:xfrm>
            <a:custGeom>
              <a:rect b="b" l="l" r="r" t="t"/>
              <a:pathLst>
                <a:path extrusionOk="0" h="5944" w="10961">
                  <a:moveTo>
                    <a:pt x="1" y="0"/>
                  </a:moveTo>
                  <a:cubicBezTo>
                    <a:pt x="1" y="1749"/>
                    <a:pt x="22" y="3499"/>
                    <a:pt x="1" y="5248"/>
                  </a:cubicBezTo>
                  <a:cubicBezTo>
                    <a:pt x="1" y="5733"/>
                    <a:pt x="106" y="5944"/>
                    <a:pt x="654" y="5944"/>
                  </a:cubicBezTo>
                  <a:cubicBezTo>
                    <a:pt x="2266" y="5933"/>
                    <a:pt x="3879" y="5928"/>
                    <a:pt x="5488" y="5928"/>
                  </a:cubicBezTo>
                  <a:cubicBezTo>
                    <a:pt x="7098" y="5928"/>
                    <a:pt x="8705" y="5933"/>
                    <a:pt x="10307" y="5944"/>
                  </a:cubicBezTo>
                  <a:cubicBezTo>
                    <a:pt x="10855" y="5944"/>
                    <a:pt x="10960" y="5733"/>
                    <a:pt x="10960" y="5248"/>
                  </a:cubicBezTo>
                  <a:cubicBezTo>
                    <a:pt x="10939" y="3499"/>
                    <a:pt x="10960" y="1749"/>
                    <a:pt x="10960"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3f8d4e882d8_0_2"/>
            <p:cNvSpPr/>
            <p:nvPr/>
          </p:nvSpPr>
          <p:spPr>
            <a:xfrm rot="-970049">
              <a:off x="7999999" y="3652914"/>
              <a:ext cx="210205" cy="115327"/>
            </a:xfrm>
            <a:custGeom>
              <a:rect b="b" l="l" r="r" t="t"/>
              <a:pathLst>
                <a:path extrusionOk="0" h="5944" w="10834">
                  <a:moveTo>
                    <a:pt x="0" y="0"/>
                  </a:moveTo>
                  <a:cubicBezTo>
                    <a:pt x="0" y="1749"/>
                    <a:pt x="22" y="3499"/>
                    <a:pt x="0" y="5248"/>
                  </a:cubicBezTo>
                  <a:cubicBezTo>
                    <a:pt x="0" y="5754"/>
                    <a:pt x="106" y="5944"/>
                    <a:pt x="654" y="5944"/>
                  </a:cubicBezTo>
                  <a:cubicBezTo>
                    <a:pt x="2245" y="5933"/>
                    <a:pt x="3831" y="5928"/>
                    <a:pt x="5417" y="5928"/>
                  </a:cubicBezTo>
                  <a:cubicBezTo>
                    <a:pt x="7003" y="5928"/>
                    <a:pt x="8589" y="5933"/>
                    <a:pt x="10180" y="5944"/>
                  </a:cubicBezTo>
                  <a:cubicBezTo>
                    <a:pt x="10728" y="5944"/>
                    <a:pt x="10834" y="5754"/>
                    <a:pt x="10834" y="5248"/>
                  </a:cubicBezTo>
                  <a:lnTo>
                    <a:pt x="10834" y="0"/>
                  </a:ln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3f8d4e882d8_0_2"/>
            <p:cNvSpPr/>
            <p:nvPr/>
          </p:nvSpPr>
          <p:spPr>
            <a:xfrm rot="-970049">
              <a:off x="7598541" y="3925954"/>
              <a:ext cx="159099" cy="146410"/>
            </a:xfrm>
            <a:custGeom>
              <a:rect b="b" l="l" r="r" t="t"/>
              <a:pathLst>
                <a:path extrusionOk="0" h="7546" w="8200">
                  <a:moveTo>
                    <a:pt x="7504" y="1"/>
                  </a:moveTo>
                  <a:cubicBezTo>
                    <a:pt x="6260" y="22"/>
                    <a:pt x="5012" y="27"/>
                    <a:pt x="3760" y="27"/>
                  </a:cubicBezTo>
                  <a:cubicBezTo>
                    <a:pt x="2509" y="27"/>
                    <a:pt x="1255" y="22"/>
                    <a:pt x="1" y="22"/>
                  </a:cubicBezTo>
                  <a:lnTo>
                    <a:pt x="1" y="7525"/>
                  </a:lnTo>
                  <a:cubicBezTo>
                    <a:pt x="1244" y="7525"/>
                    <a:pt x="2493" y="7519"/>
                    <a:pt x="3745" y="7519"/>
                  </a:cubicBezTo>
                  <a:cubicBezTo>
                    <a:pt x="4996" y="7519"/>
                    <a:pt x="6250" y="7525"/>
                    <a:pt x="7504" y="7546"/>
                  </a:cubicBezTo>
                  <a:cubicBezTo>
                    <a:pt x="8052" y="7546"/>
                    <a:pt x="8199" y="7356"/>
                    <a:pt x="8199" y="6829"/>
                  </a:cubicBezTo>
                  <a:cubicBezTo>
                    <a:pt x="8178" y="4785"/>
                    <a:pt x="8178" y="2762"/>
                    <a:pt x="8199" y="717"/>
                  </a:cubicBezTo>
                  <a:cubicBezTo>
                    <a:pt x="8199" y="169"/>
                    <a:pt x="8052" y="1"/>
                    <a:pt x="7504" y="1"/>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3f8d4e882d8_0_2"/>
            <p:cNvSpPr/>
            <p:nvPr/>
          </p:nvSpPr>
          <p:spPr>
            <a:xfrm rot="-970049">
              <a:off x="7645519" y="4093058"/>
              <a:ext cx="159099" cy="136204"/>
            </a:xfrm>
            <a:custGeom>
              <a:rect b="b" l="l" r="r" t="t"/>
              <a:pathLst>
                <a:path extrusionOk="0" h="7020" w="8200">
                  <a:moveTo>
                    <a:pt x="7504" y="1"/>
                  </a:moveTo>
                  <a:cubicBezTo>
                    <a:pt x="5017" y="22"/>
                    <a:pt x="2509" y="22"/>
                    <a:pt x="1" y="22"/>
                  </a:cubicBezTo>
                  <a:lnTo>
                    <a:pt x="1" y="6998"/>
                  </a:lnTo>
                  <a:cubicBezTo>
                    <a:pt x="1244" y="6998"/>
                    <a:pt x="2493" y="6993"/>
                    <a:pt x="3745" y="6993"/>
                  </a:cubicBezTo>
                  <a:cubicBezTo>
                    <a:pt x="4996" y="6993"/>
                    <a:pt x="6250" y="6998"/>
                    <a:pt x="7504" y="7019"/>
                  </a:cubicBezTo>
                  <a:cubicBezTo>
                    <a:pt x="8052" y="7019"/>
                    <a:pt x="8199" y="6830"/>
                    <a:pt x="8199" y="6303"/>
                  </a:cubicBezTo>
                  <a:cubicBezTo>
                    <a:pt x="8178" y="4448"/>
                    <a:pt x="8178" y="2572"/>
                    <a:pt x="8199" y="717"/>
                  </a:cubicBezTo>
                  <a:cubicBezTo>
                    <a:pt x="8199" y="170"/>
                    <a:pt x="8052" y="1"/>
                    <a:pt x="7504" y="1"/>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f8d4e882d8_0_2"/>
            <p:cNvSpPr/>
            <p:nvPr/>
          </p:nvSpPr>
          <p:spPr>
            <a:xfrm rot="-970049">
              <a:off x="7554414" y="3789119"/>
              <a:ext cx="159099" cy="115735"/>
            </a:xfrm>
            <a:custGeom>
              <a:rect b="b" l="l" r="r" t="t"/>
              <a:pathLst>
                <a:path extrusionOk="0" h="5965" w="8200">
                  <a:moveTo>
                    <a:pt x="696" y="0"/>
                  </a:moveTo>
                  <a:cubicBezTo>
                    <a:pt x="169" y="0"/>
                    <a:pt x="1" y="126"/>
                    <a:pt x="1" y="696"/>
                  </a:cubicBezTo>
                  <a:cubicBezTo>
                    <a:pt x="22" y="2445"/>
                    <a:pt x="1" y="4194"/>
                    <a:pt x="1" y="5943"/>
                  </a:cubicBezTo>
                  <a:cubicBezTo>
                    <a:pt x="1244" y="5943"/>
                    <a:pt x="2488" y="5938"/>
                    <a:pt x="3734" y="5938"/>
                  </a:cubicBezTo>
                  <a:cubicBezTo>
                    <a:pt x="4980" y="5938"/>
                    <a:pt x="6229" y="5943"/>
                    <a:pt x="7483" y="5965"/>
                  </a:cubicBezTo>
                  <a:cubicBezTo>
                    <a:pt x="8094" y="5965"/>
                    <a:pt x="8199" y="5754"/>
                    <a:pt x="8199" y="5206"/>
                  </a:cubicBezTo>
                  <a:cubicBezTo>
                    <a:pt x="8178" y="3478"/>
                    <a:pt x="8199" y="1749"/>
                    <a:pt x="8199" y="21"/>
                  </a:cubicBezTo>
                  <a:cubicBezTo>
                    <a:pt x="6945" y="21"/>
                    <a:pt x="5697" y="26"/>
                    <a:pt x="4448" y="26"/>
                  </a:cubicBezTo>
                  <a:cubicBezTo>
                    <a:pt x="3199" y="26"/>
                    <a:pt x="1950" y="21"/>
                    <a:pt x="696"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f8d4e882d8_0_2"/>
            <p:cNvSpPr/>
            <p:nvPr/>
          </p:nvSpPr>
          <p:spPr>
            <a:xfrm rot="-970049">
              <a:off x="9781589" y="3301079"/>
              <a:ext cx="105122" cy="145653"/>
            </a:xfrm>
            <a:custGeom>
              <a:rect b="b" l="l" r="r" t="t"/>
              <a:pathLst>
                <a:path extrusionOk="0" h="7507" w="5418">
                  <a:moveTo>
                    <a:pt x="509" y="1"/>
                  </a:moveTo>
                  <a:cubicBezTo>
                    <a:pt x="179" y="1"/>
                    <a:pt x="22" y="108"/>
                    <a:pt x="22" y="531"/>
                  </a:cubicBezTo>
                  <a:cubicBezTo>
                    <a:pt x="22" y="2680"/>
                    <a:pt x="22" y="4830"/>
                    <a:pt x="22" y="6980"/>
                  </a:cubicBezTo>
                  <a:cubicBezTo>
                    <a:pt x="1" y="7422"/>
                    <a:pt x="212" y="7507"/>
                    <a:pt x="612" y="7507"/>
                  </a:cubicBezTo>
                  <a:cubicBezTo>
                    <a:pt x="2214" y="7486"/>
                    <a:pt x="3794" y="7486"/>
                    <a:pt x="5396" y="7486"/>
                  </a:cubicBezTo>
                  <a:cubicBezTo>
                    <a:pt x="5396" y="4999"/>
                    <a:pt x="5417" y="2512"/>
                    <a:pt x="5417" y="25"/>
                  </a:cubicBezTo>
                  <a:cubicBezTo>
                    <a:pt x="3816" y="25"/>
                    <a:pt x="2214" y="25"/>
                    <a:pt x="612" y="4"/>
                  </a:cubicBezTo>
                  <a:cubicBezTo>
                    <a:pt x="576" y="2"/>
                    <a:pt x="542" y="1"/>
                    <a:pt x="509" y="1"/>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3f8d4e882d8_0_2"/>
            <p:cNvSpPr/>
            <p:nvPr/>
          </p:nvSpPr>
          <p:spPr>
            <a:xfrm rot="-970049">
              <a:off x="9828515" y="3467822"/>
              <a:ext cx="105122" cy="135816"/>
            </a:xfrm>
            <a:custGeom>
              <a:rect b="b" l="l" r="r" t="t"/>
              <a:pathLst>
                <a:path extrusionOk="0" h="7000" w="5418">
                  <a:moveTo>
                    <a:pt x="536" y="0"/>
                  </a:moveTo>
                  <a:cubicBezTo>
                    <a:pt x="116" y="0"/>
                    <a:pt x="22" y="175"/>
                    <a:pt x="22" y="613"/>
                  </a:cubicBezTo>
                  <a:cubicBezTo>
                    <a:pt x="22" y="2531"/>
                    <a:pt x="22" y="4470"/>
                    <a:pt x="22" y="6409"/>
                  </a:cubicBezTo>
                  <a:cubicBezTo>
                    <a:pt x="1" y="6852"/>
                    <a:pt x="148" y="6999"/>
                    <a:pt x="612" y="6999"/>
                  </a:cubicBezTo>
                  <a:lnTo>
                    <a:pt x="5417" y="6999"/>
                  </a:lnTo>
                  <a:cubicBezTo>
                    <a:pt x="5396" y="4681"/>
                    <a:pt x="5396" y="2341"/>
                    <a:pt x="5396" y="23"/>
                  </a:cubicBezTo>
                  <a:cubicBezTo>
                    <a:pt x="3794" y="23"/>
                    <a:pt x="2214" y="23"/>
                    <a:pt x="612" y="2"/>
                  </a:cubicBezTo>
                  <a:cubicBezTo>
                    <a:pt x="585" y="1"/>
                    <a:pt x="560" y="0"/>
                    <a:pt x="536"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g3f8d4e882d8_0_2"/>
            <p:cNvSpPr/>
            <p:nvPr/>
          </p:nvSpPr>
          <p:spPr>
            <a:xfrm rot="-970049">
              <a:off x="9737527" y="3164293"/>
              <a:ext cx="105122" cy="115327"/>
            </a:xfrm>
            <a:custGeom>
              <a:rect b="b" l="l" r="r" t="t"/>
              <a:pathLst>
                <a:path extrusionOk="0" h="5944" w="5418">
                  <a:moveTo>
                    <a:pt x="22" y="0"/>
                  </a:moveTo>
                  <a:cubicBezTo>
                    <a:pt x="22" y="1770"/>
                    <a:pt x="43" y="3541"/>
                    <a:pt x="22" y="5332"/>
                  </a:cubicBezTo>
                  <a:cubicBezTo>
                    <a:pt x="1" y="5775"/>
                    <a:pt x="127" y="5944"/>
                    <a:pt x="612" y="5944"/>
                  </a:cubicBezTo>
                  <a:cubicBezTo>
                    <a:pt x="2214" y="5922"/>
                    <a:pt x="3794" y="5922"/>
                    <a:pt x="5417" y="5922"/>
                  </a:cubicBezTo>
                  <a:cubicBezTo>
                    <a:pt x="5417" y="4152"/>
                    <a:pt x="5396" y="2361"/>
                    <a:pt x="5417" y="590"/>
                  </a:cubicBezTo>
                  <a:cubicBezTo>
                    <a:pt x="5417" y="127"/>
                    <a:pt x="5270" y="0"/>
                    <a:pt x="4806" y="0"/>
                  </a:cubicBezTo>
                  <a:cubicBezTo>
                    <a:pt x="4272" y="7"/>
                    <a:pt x="3741" y="9"/>
                    <a:pt x="3210" y="9"/>
                  </a:cubicBezTo>
                  <a:cubicBezTo>
                    <a:pt x="2148" y="9"/>
                    <a:pt x="1090" y="0"/>
                    <a:pt x="22" y="0"/>
                  </a:cubicBezTo>
                  <a:close/>
                </a:path>
              </a:pathLst>
            </a:custGeom>
            <a:solidFill>
              <a:srgbClr val="FD5B58"/>
            </a:solidFill>
            <a:ln cap="flat" cmpd="sng" w="9525">
              <a:solidFill>
                <a:srgbClr val="FD5B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3f8d4e882d8_0_2"/>
            <p:cNvSpPr/>
            <p:nvPr/>
          </p:nvSpPr>
          <p:spPr>
            <a:xfrm rot="-970049">
              <a:off x="7770942" y="3861499"/>
              <a:ext cx="258866" cy="146410"/>
            </a:xfrm>
            <a:custGeom>
              <a:rect b="b" l="l" r="r" t="t"/>
              <a:pathLst>
                <a:path extrusionOk="0" h="7546" w="13342">
                  <a:moveTo>
                    <a:pt x="675" y="1"/>
                  </a:moveTo>
                  <a:cubicBezTo>
                    <a:pt x="169" y="1"/>
                    <a:pt x="22" y="148"/>
                    <a:pt x="22" y="675"/>
                  </a:cubicBezTo>
                  <a:cubicBezTo>
                    <a:pt x="43" y="2740"/>
                    <a:pt x="43" y="4806"/>
                    <a:pt x="22" y="6871"/>
                  </a:cubicBezTo>
                  <a:cubicBezTo>
                    <a:pt x="1" y="7377"/>
                    <a:pt x="148" y="7546"/>
                    <a:pt x="675" y="7546"/>
                  </a:cubicBezTo>
                  <a:cubicBezTo>
                    <a:pt x="1666" y="7525"/>
                    <a:pt x="2656" y="7519"/>
                    <a:pt x="3644" y="7519"/>
                  </a:cubicBezTo>
                  <a:cubicBezTo>
                    <a:pt x="4632" y="7519"/>
                    <a:pt x="5617" y="7525"/>
                    <a:pt x="6598" y="7525"/>
                  </a:cubicBezTo>
                  <a:cubicBezTo>
                    <a:pt x="7609" y="7525"/>
                    <a:pt x="8621" y="7519"/>
                    <a:pt x="9632" y="7519"/>
                  </a:cubicBezTo>
                  <a:cubicBezTo>
                    <a:pt x="10644" y="7519"/>
                    <a:pt x="11656" y="7525"/>
                    <a:pt x="12667" y="7546"/>
                  </a:cubicBezTo>
                  <a:cubicBezTo>
                    <a:pt x="13194" y="7546"/>
                    <a:pt x="13342" y="7398"/>
                    <a:pt x="13342" y="6871"/>
                  </a:cubicBezTo>
                  <a:cubicBezTo>
                    <a:pt x="13300" y="4806"/>
                    <a:pt x="13300" y="2740"/>
                    <a:pt x="13342" y="675"/>
                  </a:cubicBezTo>
                  <a:cubicBezTo>
                    <a:pt x="13342" y="169"/>
                    <a:pt x="13194" y="1"/>
                    <a:pt x="12667" y="1"/>
                  </a:cubicBezTo>
                  <a:cubicBezTo>
                    <a:pt x="10665" y="11"/>
                    <a:pt x="8668" y="16"/>
                    <a:pt x="6671" y="16"/>
                  </a:cubicBezTo>
                  <a:cubicBezTo>
                    <a:pt x="4674" y="16"/>
                    <a:pt x="2677" y="11"/>
                    <a:pt x="675"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3f8d4e882d8_0_2"/>
            <p:cNvSpPr/>
            <p:nvPr/>
          </p:nvSpPr>
          <p:spPr>
            <a:xfrm rot="-970049">
              <a:off x="8269271" y="3717043"/>
              <a:ext cx="258458" cy="146002"/>
            </a:xfrm>
            <a:custGeom>
              <a:rect b="b" l="l" r="r" t="t"/>
              <a:pathLst>
                <a:path extrusionOk="0" h="7525" w="13321">
                  <a:moveTo>
                    <a:pt x="590" y="1"/>
                  </a:moveTo>
                  <a:cubicBezTo>
                    <a:pt x="106" y="1"/>
                    <a:pt x="0" y="169"/>
                    <a:pt x="0" y="612"/>
                  </a:cubicBezTo>
                  <a:cubicBezTo>
                    <a:pt x="21" y="2698"/>
                    <a:pt x="21" y="4785"/>
                    <a:pt x="0" y="6871"/>
                  </a:cubicBezTo>
                  <a:cubicBezTo>
                    <a:pt x="0" y="7398"/>
                    <a:pt x="169" y="7525"/>
                    <a:pt x="675" y="7525"/>
                  </a:cubicBezTo>
                  <a:cubicBezTo>
                    <a:pt x="1342" y="7518"/>
                    <a:pt x="2010" y="7515"/>
                    <a:pt x="2677" y="7515"/>
                  </a:cubicBezTo>
                  <a:cubicBezTo>
                    <a:pt x="4012" y="7515"/>
                    <a:pt x="5347" y="7525"/>
                    <a:pt x="6681" y="7525"/>
                  </a:cubicBezTo>
                  <a:lnTo>
                    <a:pt x="12667" y="7525"/>
                  </a:lnTo>
                  <a:cubicBezTo>
                    <a:pt x="13131" y="7525"/>
                    <a:pt x="13320" y="7440"/>
                    <a:pt x="13320" y="6914"/>
                  </a:cubicBezTo>
                  <a:cubicBezTo>
                    <a:pt x="13299" y="4806"/>
                    <a:pt x="13299" y="2698"/>
                    <a:pt x="13320" y="591"/>
                  </a:cubicBezTo>
                  <a:cubicBezTo>
                    <a:pt x="13320" y="106"/>
                    <a:pt x="13152" y="1"/>
                    <a:pt x="12709" y="1"/>
                  </a:cubicBezTo>
                  <a:cubicBezTo>
                    <a:pt x="10686" y="11"/>
                    <a:pt x="8668" y="16"/>
                    <a:pt x="6650" y="16"/>
                  </a:cubicBezTo>
                  <a:cubicBezTo>
                    <a:pt x="4632" y="16"/>
                    <a:pt x="2614" y="11"/>
                    <a:pt x="590"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f8d4e882d8_0_2"/>
            <p:cNvSpPr/>
            <p:nvPr/>
          </p:nvSpPr>
          <p:spPr>
            <a:xfrm rot="-970049">
              <a:off x="9277888" y="3424923"/>
              <a:ext cx="256014" cy="146410"/>
            </a:xfrm>
            <a:custGeom>
              <a:rect b="b" l="l" r="r" t="t"/>
              <a:pathLst>
                <a:path extrusionOk="0" h="7546" w="13195">
                  <a:moveTo>
                    <a:pt x="633" y="1"/>
                  </a:moveTo>
                  <a:cubicBezTo>
                    <a:pt x="127" y="1"/>
                    <a:pt x="1" y="169"/>
                    <a:pt x="1" y="633"/>
                  </a:cubicBezTo>
                  <a:cubicBezTo>
                    <a:pt x="22" y="2719"/>
                    <a:pt x="22" y="4806"/>
                    <a:pt x="1" y="6892"/>
                  </a:cubicBezTo>
                  <a:cubicBezTo>
                    <a:pt x="1" y="7377"/>
                    <a:pt x="148" y="7525"/>
                    <a:pt x="633" y="7525"/>
                  </a:cubicBezTo>
                  <a:cubicBezTo>
                    <a:pt x="1300" y="7518"/>
                    <a:pt x="1966" y="7515"/>
                    <a:pt x="2630" y="7515"/>
                  </a:cubicBezTo>
                  <a:cubicBezTo>
                    <a:pt x="3958" y="7515"/>
                    <a:pt x="5284" y="7525"/>
                    <a:pt x="6619" y="7525"/>
                  </a:cubicBezTo>
                  <a:cubicBezTo>
                    <a:pt x="8600" y="7525"/>
                    <a:pt x="10560" y="7525"/>
                    <a:pt x="12541" y="7546"/>
                  </a:cubicBezTo>
                  <a:cubicBezTo>
                    <a:pt x="12984" y="7546"/>
                    <a:pt x="13194" y="7462"/>
                    <a:pt x="13194" y="6935"/>
                  </a:cubicBezTo>
                  <a:cubicBezTo>
                    <a:pt x="13173" y="4827"/>
                    <a:pt x="13173" y="2719"/>
                    <a:pt x="13194" y="612"/>
                  </a:cubicBezTo>
                  <a:cubicBezTo>
                    <a:pt x="13194" y="148"/>
                    <a:pt x="13068" y="1"/>
                    <a:pt x="12604" y="1"/>
                  </a:cubicBezTo>
                  <a:cubicBezTo>
                    <a:pt x="10602" y="11"/>
                    <a:pt x="8605" y="16"/>
                    <a:pt x="6611" y="16"/>
                  </a:cubicBezTo>
                  <a:cubicBezTo>
                    <a:pt x="4616" y="16"/>
                    <a:pt x="2625" y="11"/>
                    <a:pt x="633"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f8d4e882d8_0_2"/>
            <p:cNvSpPr/>
            <p:nvPr/>
          </p:nvSpPr>
          <p:spPr>
            <a:xfrm rot="-970049">
              <a:off x="8779522" y="3569385"/>
              <a:ext cx="256402" cy="146410"/>
            </a:xfrm>
            <a:custGeom>
              <a:rect b="b" l="l" r="r" t="t"/>
              <a:pathLst>
                <a:path extrusionOk="0" h="7546" w="13215">
                  <a:moveTo>
                    <a:pt x="654" y="1"/>
                  </a:moveTo>
                  <a:cubicBezTo>
                    <a:pt x="148" y="1"/>
                    <a:pt x="21" y="148"/>
                    <a:pt x="21" y="633"/>
                  </a:cubicBezTo>
                  <a:cubicBezTo>
                    <a:pt x="42" y="2719"/>
                    <a:pt x="42" y="4806"/>
                    <a:pt x="21" y="6892"/>
                  </a:cubicBezTo>
                  <a:cubicBezTo>
                    <a:pt x="0" y="7440"/>
                    <a:pt x="232" y="7525"/>
                    <a:pt x="717" y="7525"/>
                  </a:cubicBezTo>
                  <a:lnTo>
                    <a:pt x="6639" y="7525"/>
                  </a:lnTo>
                  <a:cubicBezTo>
                    <a:pt x="8599" y="7525"/>
                    <a:pt x="10580" y="7525"/>
                    <a:pt x="12540" y="7546"/>
                  </a:cubicBezTo>
                  <a:cubicBezTo>
                    <a:pt x="13004" y="7546"/>
                    <a:pt x="13215" y="7462"/>
                    <a:pt x="13215" y="6935"/>
                  </a:cubicBezTo>
                  <a:cubicBezTo>
                    <a:pt x="13173" y="4827"/>
                    <a:pt x="13194" y="2719"/>
                    <a:pt x="13215" y="612"/>
                  </a:cubicBezTo>
                  <a:cubicBezTo>
                    <a:pt x="13215" y="169"/>
                    <a:pt x="13088" y="1"/>
                    <a:pt x="12604" y="1"/>
                  </a:cubicBezTo>
                  <a:cubicBezTo>
                    <a:pt x="10612" y="11"/>
                    <a:pt x="8620" y="16"/>
                    <a:pt x="6629" y="16"/>
                  </a:cubicBezTo>
                  <a:cubicBezTo>
                    <a:pt x="4637" y="16"/>
                    <a:pt x="2645" y="11"/>
                    <a:pt x="654"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f8d4e882d8_0_2"/>
            <p:cNvSpPr/>
            <p:nvPr/>
          </p:nvSpPr>
          <p:spPr>
            <a:xfrm rot="-970049">
              <a:off x="8316354" y="3884481"/>
              <a:ext cx="258866" cy="135797"/>
            </a:xfrm>
            <a:custGeom>
              <a:rect b="b" l="l" r="r" t="t"/>
              <a:pathLst>
                <a:path extrusionOk="0" h="6999" w="13342">
                  <a:moveTo>
                    <a:pt x="611" y="1"/>
                  </a:moveTo>
                  <a:cubicBezTo>
                    <a:pt x="148" y="1"/>
                    <a:pt x="0" y="149"/>
                    <a:pt x="0" y="591"/>
                  </a:cubicBezTo>
                  <a:cubicBezTo>
                    <a:pt x="21" y="2530"/>
                    <a:pt x="21" y="4469"/>
                    <a:pt x="0" y="6387"/>
                  </a:cubicBezTo>
                  <a:cubicBezTo>
                    <a:pt x="0" y="6851"/>
                    <a:pt x="148" y="6998"/>
                    <a:pt x="611" y="6998"/>
                  </a:cubicBezTo>
                  <a:cubicBezTo>
                    <a:pt x="2624" y="6988"/>
                    <a:pt x="4642" y="6982"/>
                    <a:pt x="6663" y="6982"/>
                  </a:cubicBezTo>
                  <a:cubicBezTo>
                    <a:pt x="8684" y="6982"/>
                    <a:pt x="10707" y="6988"/>
                    <a:pt x="12730" y="6998"/>
                  </a:cubicBezTo>
                  <a:cubicBezTo>
                    <a:pt x="13194" y="6998"/>
                    <a:pt x="13320" y="6851"/>
                    <a:pt x="13320" y="6387"/>
                  </a:cubicBezTo>
                  <a:cubicBezTo>
                    <a:pt x="13299" y="4490"/>
                    <a:pt x="13299" y="2572"/>
                    <a:pt x="13320" y="675"/>
                  </a:cubicBezTo>
                  <a:cubicBezTo>
                    <a:pt x="13341" y="149"/>
                    <a:pt x="13173" y="1"/>
                    <a:pt x="12646"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f8d4e882d8_0_2"/>
            <p:cNvSpPr/>
            <p:nvPr/>
          </p:nvSpPr>
          <p:spPr>
            <a:xfrm rot="-970049">
              <a:off x="7817920" y="4028603"/>
              <a:ext cx="258866" cy="136204"/>
            </a:xfrm>
            <a:custGeom>
              <a:rect b="b" l="l" r="r" t="t"/>
              <a:pathLst>
                <a:path extrusionOk="0" h="7020" w="13342">
                  <a:moveTo>
                    <a:pt x="696" y="1"/>
                  </a:moveTo>
                  <a:cubicBezTo>
                    <a:pt x="169" y="1"/>
                    <a:pt x="1" y="148"/>
                    <a:pt x="1" y="675"/>
                  </a:cubicBezTo>
                  <a:cubicBezTo>
                    <a:pt x="43" y="2551"/>
                    <a:pt x="43" y="4448"/>
                    <a:pt x="1" y="6324"/>
                  </a:cubicBezTo>
                  <a:cubicBezTo>
                    <a:pt x="1" y="6830"/>
                    <a:pt x="148" y="7019"/>
                    <a:pt x="675" y="7019"/>
                  </a:cubicBezTo>
                  <a:cubicBezTo>
                    <a:pt x="2667" y="7009"/>
                    <a:pt x="4664" y="7003"/>
                    <a:pt x="6661" y="7003"/>
                  </a:cubicBezTo>
                  <a:cubicBezTo>
                    <a:pt x="8658" y="7003"/>
                    <a:pt x="10655" y="7009"/>
                    <a:pt x="12646" y="7019"/>
                  </a:cubicBezTo>
                  <a:cubicBezTo>
                    <a:pt x="13173" y="7019"/>
                    <a:pt x="13342" y="6872"/>
                    <a:pt x="13342" y="6345"/>
                  </a:cubicBezTo>
                  <a:cubicBezTo>
                    <a:pt x="13300" y="4490"/>
                    <a:pt x="13300" y="2614"/>
                    <a:pt x="13342" y="760"/>
                  </a:cubicBezTo>
                  <a:cubicBezTo>
                    <a:pt x="13342" y="191"/>
                    <a:pt x="13194" y="1"/>
                    <a:pt x="12604" y="1"/>
                  </a:cubicBezTo>
                  <a:cubicBezTo>
                    <a:pt x="11614" y="22"/>
                    <a:pt x="10628" y="27"/>
                    <a:pt x="9643" y="27"/>
                  </a:cubicBezTo>
                  <a:cubicBezTo>
                    <a:pt x="8658" y="27"/>
                    <a:pt x="7672" y="22"/>
                    <a:pt x="6682" y="22"/>
                  </a:cubicBezTo>
                  <a:cubicBezTo>
                    <a:pt x="4680" y="22"/>
                    <a:pt x="2677" y="22"/>
                    <a:pt x="696"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3f8d4e882d8_0_2"/>
            <p:cNvSpPr/>
            <p:nvPr/>
          </p:nvSpPr>
          <p:spPr>
            <a:xfrm rot="-970049">
              <a:off x="9324798" y="3591959"/>
              <a:ext cx="256421" cy="135816"/>
            </a:xfrm>
            <a:custGeom>
              <a:rect b="b" l="l" r="r" t="t"/>
              <a:pathLst>
                <a:path extrusionOk="0" h="7000" w="13216">
                  <a:moveTo>
                    <a:pt x="582" y="0"/>
                  </a:moveTo>
                  <a:cubicBezTo>
                    <a:pt x="97" y="0"/>
                    <a:pt x="1" y="214"/>
                    <a:pt x="1" y="676"/>
                  </a:cubicBezTo>
                  <a:cubicBezTo>
                    <a:pt x="22" y="2573"/>
                    <a:pt x="43" y="4449"/>
                    <a:pt x="1" y="6346"/>
                  </a:cubicBezTo>
                  <a:cubicBezTo>
                    <a:pt x="1" y="6873"/>
                    <a:pt x="169" y="6999"/>
                    <a:pt x="675" y="6999"/>
                  </a:cubicBezTo>
                  <a:cubicBezTo>
                    <a:pt x="1329" y="6992"/>
                    <a:pt x="1982" y="6990"/>
                    <a:pt x="2634" y="6990"/>
                  </a:cubicBezTo>
                  <a:cubicBezTo>
                    <a:pt x="3940" y="6990"/>
                    <a:pt x="5242" y="6999"/>
                    <a:pt x="6534" y="6999"/>
                  </a:cubicBezTo>
                  <a:lnTo>
                    <a:pt x="12520" y="6999"/>
                  </a:lnTo>
                  <a:cubicBezTo>
                    <a:pt x="13005" y="6999"/>
                    <a:pt x="13194" y="6894"/>
                    <a:pt x="13194" y="6346"/>
                  </a:cubicBezTo>
                  <a:cubicBezTo>
                    <a:pt x="13173" y="4428"/>
                    <a:pt x="13173" y="2531"/>
                    <a:pt x="13194" y="634"/>
                  </a:cubicBezTo>
                  <a:cubicBezTo>
                    <a:pt x="13215" y="128"/>
                    <a:pt x="13047" y="2"/>
                    <a:pt x="12562" y="2"/>
                  </a:cubicBezTo>
                  <a:cubicBezTo>
                    <a:pt x="10581" y="12"/>
                    <a:pt x="8595" y="18"/>
                    <a:pt x="6608" y="18"/>
                  </a:cubicBezTo>
                  <a:cubicBezTo>
                    <a:pt x="4622" y="18"/>
                    <a:pt x="2635" y="12"/>
                    <a:pt x="654" y="2"/>
                  </a:cubicBezTo>
                  <a:cubicBezTo>
                    <a:pt x="629" y="1"/>
                    <a:pt x="605" y="0"/>
                    <a:pt x="582" y="0"/>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f8d4e882d8_0_2"/>
            <p:cNvSpPr/>
            <p:nvPr/>
          </p:nvSpPr>
          <p:spPr>
            <a:xfrm rot="-970049">
              <a:off x="8826899" y="3736432"/>
              <a:ext cx="255994" cy="136204"/>
            </a:xfrm>
            <a:custGeom>
              <a:rect b="b" l="l" r="r" t="t"/>
              <a:pathLst>
                <a:path extrusionOk="0" h="7020" w="13194">
                  <a:moveTo>
                    <a:pt x="611" y="1"/>
                  </a:moveTo>
                  <a:cubicBezTo>
                    <a:pt x="169" y="1"/>
                    <a:pt x="0" y="127"/>
                    <a:pt x="0" y="591"/>
                  </a:cubicBezTo>
                  <a:cubicBezTo>
                    <a:pt x="21" y="2530"/>
                    <a:pt x="21" y="4469"/>
                    <a:pt x="0" y="6387"/>
                  </a:cubicBezTo>
                  <a:cubicBezTo>
                    <a:pt x="0" y="6893"/>
                    <a:pt x="169" y="7019"/>
                    <a:pt x="654" y="7019"/>
                  </a:cubicBezTo>
                  <a:cubicBezTo>
                    <a:pt x="2635" y="7009"/>
                    <a:pt x="4616" y="7003"/>
                    <a:pt x="6597" y="7003"/>
                  </a:cubicBezTo>
                  <a:cubicBezTo>
                    <a:pt x="8578" y="7003"/>
                    <a:pt x="10559" y="7009"/>
                    <a:pt x="12541" y="7019"/>
                  </a:cubicBezTo>
                  <a:cubicBezTo>
                    <a:pt x="13025" y="7019"/>
                    <a:pt x="13194" y="6893"/>
                    <a:pt x="13194" y="6387"/>
                  </a:cubicBezTo>
                  <a:cubicBezTo>
                    <a:pt x="13173" y="4490"/>
                    <a:pt x="13173" y="2572"/>
                    <a:pt x="13194" y="675"/>
                  </a:cubicBezTo>
                  <a:cubicBezTo>
                    <a:pt x="13194" y="127"/>
                    <a:pt x="13025" y="22"/>
                    <a:pt x="12519" y="22"/>
                  </a:cubicBezTo>
                  <a:lnTo>
                    <a:pt x="6597" y="22"/>
                  </a:lnTo>
                  <a:cubicBezTo>
                    <a:pt x="4595" y="22"/>
                    <a:pt x="2614" y="22"/>
                    <a:pt x="611"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3f8d4e882d8_0_2"/>
            <p:cNvSpPr/>
            <p:nvPr/>
          </p:nvSpPr>
          <p:spPr>
            <a:xfrm rot="-970049">
              <a:off x="8542700" y="3643344"/>
              <a:ext cx="222875" cy="146410"/>
            </a:xfrm>
            <a:custGeom>
              <a:rect b="b" l="l" r="r" t="t"/>
              <a:pathLst>
                <a:path extrusionOk="0" h="7546" w="11487">
                  <a:moveTo>
                    <a:pt x="5796" y="1"/>
                  </a:moveTo>
                  <a:cubicBezTo>
                    <a:pt x="4068" y="1"/>
                    <a:pt x="2340" y="1"/>
                    <a:pt x="611" y="22"/>
                  </a:cubicBezTo>
                  <a:cubicBezTo>
                    <a:pt x="581" y="20"/>
                    <a:pt x="552" y="20"/>
                    <a:pt x="525" y="20"/>
                  </a:cubicBezTo>
                  <a:cubicBezTo>
                    <a:pt x="147" y="20"/>
                    <a:pt x="0" y="160"/>
                    <a:pt x="0" y="612"/>
                  </a:cubicBezTo>
                  <a:cubicBezTo>
                    <a:pt x="21" y="2719"/>
                    <a:pt x="21" y="4848"/>
                    <a:pt x="0" y="6977"/>
                  </a:cubicBezTo>
                  <a:cubicBezTo>
                    <a:pt x="0" y="7419"/>
                    <a:pt x="148" y="7546"/>
                    <a:pt x="569" y="7546"/>
                  </a:cubicBezTo>
                  <a:cubicBezTo>
                    <a:pt x="2287" y="7535"/>
                    <a:pt x="4010" y="7530"/>
                    <a:pt x="5733" y="7530"/>
                  </a:cubicBezTo>
                  <a:cubicBezTo>
                    <a:pt x="7456" y="7530"/>
                    <a:pt x="9179" y="7535"/>
                    <a:pt x="10896" y="7546"/>
                  </a:cubicBezTo>
                  <a:cubicBezTo>
                    <a:pt x="11381" y="7546"/>
                    <a:pt x="11487" y="7335"/>
                    <a:pt x="11487" y="6914"/>
                  </a:cubicBezTo>
                  <a:cubicBezTo>
                    <a:pt x="11466" y="4806"/>
                    <a:pt x="11466" y="2698"/>
                    <a:pt x="11487" y="591"/>
                  </a:cubicBezTo>
                  <a:cubicBezTo>
                    <a:pt x="11487" y="127"/>
                    <a:pt x="11318" y="1"/>
                    <a:pt x="10875"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3f8d4e882d8_0_2"/>
            <p:cNvSpPr/>
            <p:nvPr/>
          </p:nvSpPr>
          <p:spPr>
            <a:xfrm rot="-970049">
              <a:off x="9548896" y="3352205"/>
              <a:ext cx="215521" cy="146410"/>
            </a:xfrm>
            <a:custGeom>
              <a:rect b="b" l="l" r="r" t="t"/>
              <a:pathLst>
                <a:path extrusionOk="0" h="7546" w="11108">
                  <a:moveTo>
                    <a:pt x="653" y="1"/>
                  </a:moveTo>
                  <a:cubicBezTo>
                    <a:pt x="169" y="1"/>
                    <a:pt x="0" y="127"/>
                    <a:pt x="0" y="633"/>
                  </a:cubicBezTo>
                  <a:cubicBezTo>
                    <a:pt x="21" y="2698"/>
                    <a:pt x="21" y="4785"/>
                    <a:pt x="0" y="6871"/>
                  </a:cubicBezTo>
                  <a:cubicBezTo>
                    <a:pt x="0" y="7419"/>
                    <a:pt x="190" y="7525"/>
                    <a:pt x="696" y="7525"/>
                  </a:cubicBezTo>
                  <a:cubicBezTo>
                    <a:pt x="1237" y="7518"/>
                    <a:pt x="1778" y="7515"/>
                    <a:pt x="2318" y="7515"/>
                  </a:cubicBezTo>
                  <a:cubicBezTo>
                    <a:pt x="3398" y="7515"/>
                    <a:pt x="4475" y="7525"/>
                    <a:pt x="5543" y="7525"/>
                  </a:cubicBezTo>
                  <a:cubicBezTo>
                    <a:pt x="6365" y="7525"/>
                    <a:pt x="7187" y="7519"/>
                    <a:pt x="8009" y="7519"/>
                  </a:cubicBezTo>
                  <a:cubicBezTo>
                    <a:pt x="8831" y="7519"/>
                    <a:pt x="9653" y="7525"/>
                    <a:pt x="10475" y="7546"/>
                  </a:cubicBezTo>
                  <a:cubicBezTo>
                    <a:pt x="10939" y="7546"/>
                    <a:pt x="11086" y="7419"/>
                    <a:pt x="11086" y="6935"/>
                  </a:cubicBezTo>
                  <a:cubicBezTo>
                    <a:pt x="11065" y="4827"/>
                    <a:pt x="11065" y="2719"/>
                    <a:pt x="11086" y="612"/>
                  </a:cubicBezTo>
                  <a:cubicBezTo>
                    <a:pt x="11107" y="106"/>
                    <a:pt x="10918" y="1"/>
                    <a:pt x="10433" y="1"/>
                  </a:cubicBezTo>
                  <a:cubicBezTo>
                    <a:pt x="8799" y="11"/>
                    <a:pt x="7166" y="16"/>
                    <a:pt x="5535" y="16"/>
                  </a:cubicBezTo>
                  <a:cubicBezTo>
                    <a:pt x="3904" y="16"/>
                    <a:pt x="2276" y="11"/>
                    <a:pt x="653"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g3f8d4e882d8_0_2"/>
            <p:cNvSpPr/>
            <p:nvPr/>
          </p:nvSpPr>
          <p:spPr>
            <a:xfrm rot="-970049">
              <a:off x="9050524" y="3497131"/>
              <a:ext cx="212669" cy="146041"/>
            </a:xfrm>
            <a:custGeom>
              <a:rect b="b" l="l" r="r" t="t"/>
              <a:pathLst>
                <a:path extrusionOk="0" h="7527" w="10961">
                  <a:moveTo>
                    <a:pt x="612" y="1"/>
                  </a:moveTo>
                  <a:cubicBezTo>
                    <a:pt x="169" y="1"/>
                    <a:pt x="1" y="127"/>
                    <a:pt x="1" y="591"/>
                  </a:cubicBezTo>
                  <a:cubicBezTo>
                    <a:pt x="22" y="2698"/>
                    <a:pt x="22" y="4806"/>
                    <a:pt x="1" y="6914"/>
                  </a:cubicBezTo>
                  <a:cubicBezTo>
                    <a:pt x="1" y="7377"/>
                    <a:pt x="148" y="7525"/>
                    <a:pt x="612" y="7525"/>
                  </a:cubicBezTo>
                  <a:cubicBezTo>
                    <a:pt x="1153" y="7518"/>
                    <a:pt x="1694" y="7515"/>
                    <a:pt x="2235" y="7515"/>
                  </a:cubicBezTo>
                  <a:cubicBezTo>
                    <a:pt x="3316" y="7515"/>
                    <a:pt x="4398" y="7525"/>
                    <a:pt x="5480" y="7525"/>
                  </a:cubicBezTo>
                  <a:cubicBezTo>
                    <a:pt x="6562" y="7525"/>
                    <a:pt x="7644" y="7515"/>
                    <a:pt x="8726" y="7515"/>
                  </a:cubicBezTo>
                  <a:cubicBezTo>
                    <a:pt x="9267" y="7515"/>
                    <a:pt x="9808" y="7518"/>
                    <a:pt x="10349" y="7525"/>
                  </a:cubicBezTo>
                  <a:cubicBezTo>
                    <a:pt x="10377" y="7526"/>
                    <a:pt x="10404" y="7527"/>
                    <a:pt x="10430" y="7527"/>
                  </a:cubicBezTo>
                  <a:cubicBezTo>
                    <a:pt x="10830" y="7527"/>
                    <a:pt x="10960" y="7370"/>
                    <a:pt x="10960" y="6935"/>
                  </a:cubicBezTo>
                  <a:cubicBezTo>
                    <a:pt x="10939" y="4827"/>
                    <a:pt x="10939" y="2719"/>
                    <a:pt x="10960" y="612"/>
                  </a:cubicBezTo>
                  <a:cubicBezTo>
                    <a:pt x="10960" y="148"/>
                    <a:pt x="10834" y="1"/>
                    <a:pt x="10370" y="1"/>
                  </a:cubicBezTo>
                  <a:cubicBezTo>
                    <a:pt x="8747" y="11"/>
                    <a:pt x="7119" y="16"/>
                    <a:pt x="5491" y="16"/>
                  </a:cubicBezTo>
                  <a:cubicBezTo>
                    <a:pt x="3863" y="16"/>
                    <a:pt x="2235" y="11"/>
                    <a:pt x="612"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f8d4e882d8_0_2"/>
            <p:cNvSpPr/>
            <p:nvPr/>
          </p:nvSpPr>
          <p:spPr>
            <a:xfrm rot="-970049">
              <a:off x="8044452" y="3789180"/>
              <a:ext cx="210612" cy="146410"/>
            </a:xfrm>
            <a:custGeom>
              <a:rect b="b" l="l" r="r" t="t"/>
              <a:pathLst>
                <a:path extrusionOk="0" h="7546" w="10855">
                  <a:moveTo>
                    <a:pt x="633" y="1"/>
                  </a:moveTo>
                  <a:cubicBezTo>
                    <a:pt x="169" y="1"/>
                    <a:pt x="22" y="127"/>
                    <a:pt x="22" y="612"/>
                  </a:cubicBezTo>
                  <a:cubicBezTo>
                    <a:pt x="43" y="2719"/>
                    <a:pt x="43" y="4827"/>
                    <a:pt x="22" y="6935"/>
                  </a:cubicBezTo>
                  <a:cubicBezTo>
                    <a:pt x="1" y="7440"/>
                    <a:pt x="190" y="7546"/>
                    <a:pt x="675" y="7546"/>
                  </a:cubicBezTo>
                  <a:cubicBezTo>
                    <a:pt x="2256" y="7535"/>
                    <a:pt x="3842" y="7530"/>
                    <a:pt x="5430" y="7530"/>
                  </a:cubicBezTo>
                  <a:cubicBezTo>
                    <a:pt x="7019" y="7530"/>
                    <a:pt x="8610" y="7535"/>
                    <a:pt x="10201" y="7546"/>
                  </a:cubicBezTo>
                  <a:cubicBezTo>
                    <a:pt x="10686" y="7546"/>
                    <a:pt x="10855" y="7419"/>
                    <a:pt x="10855" y="6914"/>
                  </a:cubicBezTo>
                  <a:cubicBezTo>
                    <a:pt x="10813" y="4827"/>
                    <a:pt x="10813" y="2762"/>
                    <a:pt x="10855" y="675"/>
                  </a:cubicBezTo>
                  <a:cubicBezTo>
                    <a:pt x="10855" y="127"/>
                    <a:pt x="10665" y="22"/>
                    <a:pt x="10159" y="22"/>
                  </a:cubicBezTo>
                  <a:cubicBezTo>
                    <a:pt x="9632" y="29"/>
                    <a:pt x="9105" y="31"/>
                    <a:pt x="8578" y="31"/>
                  </a:cubicBezTo>
                  <a:cubicBezTo>
                    <a:pt x="7525" y="31"/>
                    <a:pt x="6471" y="22"/>
                    <a:pt x="5417" y="22"/>
                  </a:cubicBezTo>
                  <a:cubicBezTo>
                    <a:pt x="3815" y="22"/>
                    <a:pt x="2213" y="22"/>
                    <a:pt x="633"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f8d4e882d8_0_2"/>
            <p:cNvSpPr/>
            <p:nvPr/>
          </p:nvSpPr>
          <p:spPr>
            <a:xfrm rot="-970049">
              <a:off x="8589616" y="3810417"/>
              <a:ext cx="222875" cy="135836"/>
            </a:xfrm>
            <a:custGeom>
              <a:rect b="b" l="l" r="r" t="t"/>
              <a:pathLst>
                <a:path extrusionOk="0" h="7001" w="11487">
                  <a:moveTo>
                    <a:pt x="525" y="1"/>
                  </a:moveTo>
                  <a:cubicBezTo>
                    <a:pt x="147" y="1"/>
                    <a:pt x="0" y="141"/>
                    <a:pt x="0" y="593"/>
                  </a:cubicBezTo>
                  <a:cubicBezTo>
                    <a:pt x="21" y="2532"/>
                    <a:pt x="21" y="4492"/>
                    <a:pt x="0" y="6431"/>
                  </a:cubicBezTo>
                  <a:cubicBezTo>
                    <a:pt x="0" y="6874"/>
                    <a:pt x="148" y="7000"/>
                    <a:pt x="569" y="7000"/>
                  </a:cubicBezTo>
                  <a:cubicBezTo>
                    <a:pt x="2287" y="6990"/>
                    <a:pt x="4005" y="6984"/>
                    <a:pt x="5725" y="6984"/>
                  </a:cubicBezTo>
                  <a:cubicBezTo>
                    <a:pt x="7445" y="6984"/>
                    <a:pt x="9168" y="6990"/>
                    <a:pt x="10896" y="7000"/>
                  </a:cubicBezTo>
                  <a:cubicBezTo>
                    <a:pt x="11318" y="7000"/>
                    <a:pt x="11466" y="6874"/>
                    <a:pt x="11466" y="6431"/>
                  </a:cubicBezTo>
                  <a:cubicBezTo>
                    <a:pt x="11444" y="4492"/>
                    <a:pt x="11444" y="2532"/>
                    <a:pt x="11466" y="593"/>
                  </a:cubicBezTo>
                  <a:cubicBezTo>
                    <a:pt x="11487" y="129"/>
                    <a:pt x="11318" y="3"/>
                    <a:pt x="10854" y="3"/>
                  </a:cubicBezTo>
                  <a:lnTo>
                    <a:pt x="611" y="3"/>
                  </a:lnTo>
                  <a:cubicBezTo>
                    <a:pt x="581" y="2"/>
                    <a:pt x="552" y="1"/>
                    <a:pt x="525"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f8d4e882d8_0_2"/>
            <p:cNvSpPr/>
            <p:nvPr/>
          </p:nvSpPr>
          <p:spPr>
            <a:xfrm rot="-970049">
              <a:off x="9595882" y="3519366"/>
              <a:ext cx="215114" cy="136204"/>
            </a:xfrm>
            <a:custGeom>
              <a:rect b="b" l="l" r="r" t="t"/>
              <a:pathLst>
                <a:path extrusionOk="0" h="7020" w="11087">
                  <a:moveTo>
                    <a:pt x="653" y="1"/>
                  </a:moveTo>
                  <a:cubicBezTo>
                    <a:pt x="190" y="1"/>
                    <a:pt x="0" y="106"/>
                    <a:pt x="0" y="633"/>
                  </a:cubicBezTo>
                  <a:cubicBezTo>
                    <a:pt x="21" y="2572"/>
                    <a:pt x="21" y="4490"/>
                    <a:pt x="0" y="6429"/>
                  </a:cubicBezTo>
                  <a:cubicBezTo>
                    <a:pt x="0" y="6893"/>
                    <a:pt x="148" y="7019"/>
                    <a:pt x="611" y="7019"/>
                  </a:cubicBezTo>
                  <a:cubicBezTo>
                    <a:pt x="2255" y="7009"/>
                    <a:pt x="3899" y="7003"/>
                    <a:pt x="5543" y="7003"/>
                  </a:cubicBezTo>
                  <a:cubicBezTo>
                    <a:pt x="7187" y="7003"/>
                    <a:pt x="8831" y="7009"/>
                    <a:pt x="10475" y="7019"/>
                  </a:cubicBezTo>
                  <a:cubicBezTo>
                    <a:pt x="10981" y="7019"/>
                    <a:pt x="11086" y="6851"/>
                    <a:pt x="11086" y="6366"/>
                  </a:cubicBezTo>
                  <a:cubicBezTo>
                    <a:pt x="11065" y="4469"/>
                    <a:pt x="11065" y="2551"/>
                    <a:pt x="11086" y="654"/>
                  </a:cubicBezTo>
                  <a:cubicBezTo>
                    <a:pt x="11086" y="148"/>
                    <a:pt x="10939" y="22"/>
                    <a:pt x="10454" y="22"/>
                  </a:cubicBezTo>
                  <a:lnTo>
                    <a:pt x="5585" y="22"/>
                  </a:lnTo>
                  <a:cubicBezTo>
                    <a:pt x="3941" y="22"/>
                    <a:pt x="2297" y="22"/>
                    <a:pt x="653"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3f8d4e882d8_0_2"/>
            <p:cNvSpPr/>
            <p:nvPr/>
          </p:nvSpPr>
          <p:spPr>
            <a:xfrm rot="-970049">
              <a:off x="9097607" y="3664608"/>
              <a:ext cx="212669" cy="135816"/>
            </a:xfrm>
            <a:custGeom>
              <a:rect b="b" l="l" r="r" t="t"/>
              <a:pathLst>
                <a:path extrusionOk="0" h="7000" w="10961">
                  <a:moveTo>
                    <a:pt x="534" y="0"/>
                  </a:moveTo>
                  <a:cubicBezTo>
                    <a:pt x="149" y="0"/>
                    <a:pt x="1" y="157"/>
                    <a:pt x="1" y="592"/>
                  </a:cubicBezTo>
                  <a:cubicBezTo>
                    <a:pt x="22" y="2531"/>
                    <a:pt x="22" y="4491"/>
                    <a:pt x="1" y="6430"/>
                  </a:cubicBezTo>
                  <a:cubicBezTo>
                    <a:pt x="1" y="6873"/>
                    <a:pt x="169" y="6999"/>
                    <a:pt x="591" y="6999"/>
                  </a:cubicBezTo>
                  <a:cubicBezTo>
                    <a:pt x="2224" y="6989"/>
                    <a:pt x="3857" y="6983"/>
                    <a:pt x="5491" y="6983"/>
                  </a:cubicBezTo>
                  <a:cubicBezTo>
                    <a:pt x="7124" y="6983"/>
                    <a:pt x="8758" y="6989"/>
                    <a:pt x="10391" y="6999"/>
                  </a:cubicBezTo>
                  <a:cubicBezTo>
                    <a:pt x="10791" y="6999"/>
                    <a:pt x="10960" y="6873"/>
                    <a:pt x="10960" y="6430"/>
                  </a:cubicBezTo>
                  <a:cubicBezTo>
                    <a:pt x="10939" y="4491"/>
                    <a:pt x="10939" y="2531"/>
                    <a:pt x="10960" y="592"/>
                  </a:cubicBezTo>
                  <a:cubicBezTo>
                    <a:pt x="10960" y="107"/>
                    <a:pt x="10791" y="2"/>
                    <a:pt x="10349" y="2"/>
                  </a:cubicBezTo>
                  <a:lnTo>
                    <a:pt x="612" y="2"/>
                  </a:lnTo>
                  <a:cubicBezTo>
                    <a:pt x="585" y="1"/>
                    <a:pt x="559" y="0"/>
                    <a:pt x="534" y="0"/>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f8d4e882d8_0_2"/>
            <p:cNvSpPr/>
            <p:nvPr/>
          </p:nvSpPr>
          <p:spPr>
            <a:xfrm rot="-970049">
              <a:off x="8090987" y="3956405"/>
              <a:ext cx="210612" cy="135836"/>
            </a:xfrm>
            <a:custGeom>
              <a:rect b="b" l="l" r="r" t="t"/>
              <a:pathLst>
                <a:path extrusionOk="0" h="7001" w="10855">
                  <a:moveTo>
                    <a:pt x="654" y="1"/>
                  </a:moveTo>
                  <a:cubicBezTo>
                    <a:pt x="169" y="1"/>
                    <a:pt x="22" y="127"/>
                    <a:pt x="22" y="633"/>
                  </a:cubicBezTo>
                  <a:cubicBezTo>
                    <a:pt x="43" y="2530"/>
                    <a:pt x="43" y="4448"/>
                    <a:pt x="22" y="6345"/>
                  </a:cubicBezTo>
                  <a:cubicBezTo>
                    <a:pt x="0" y="6893"/>
                    <a:pt x="211" y="6998"/>
                    <a:pt x="717" y="6998"/>
                  </a:cubicBezTo>
                  <a:cubicBezTo>
                    <a:pt x="1230" y="6991"/>
                    <a:pt x="1745" y="6989"/>
                    <a:pt x="2262" y="6989"/>
                  </a:cubicBezTo>
                  <a:cubicBezTo>
                    <a:pt x="3295" y="6989"/>
                    <a:pt x="4335" y="6998"/>
                    <a:pt x="5375" y="6998"/>
                  </a:cubicBezTo>
                  <a:cubicBezTo>
                    <a:pt x="6443" y="6998"/>
                    <a:pt x="7511" y="6989"/>
                    <a:pt x="8572" y="6989"/>
                  </a:cubicBezTo>
                  <a:cubicBezTo>
                    <a:pt x="9103" y="6989"/>
                    <a:pt x="9632" y="6991"/>
                    <a:pt x="10159" y="6998"/>
                  </a:cubicBezTo>
                  <a:cubicBezTo>
                    <a:pt x="10191" y="6999"/>
                    <a:pt x="10221" y="7000"/>
                    <a:pt x="10250" y="7000"/>
                  </a:cubicBezTo>
                  <a:cubicBezTo>
                    <a:pt x="10706" y="7000"/>
                    <a:pt x="10855" y="6840"/>
                    <a:pt x="10855" y="6345"/>
                  </a:cubicBezTo>
                  <a:cubicBezTo>
                    <a:pt x="10812" y="4448"/>
                    <a:pt x="10812" y="2572"/>
                    <a:pt x="10855" y="675"/>
                  </a:cubicBezTo>
                  <a:cubicBezTo>
                    <a:pt x="10855" y="191"/>
                    <a:pt x="10728" y="1"/>
                    <a:pt x="10180" y="1"/>
                  </a:cubicBezTo>
                  <a:cubicBezTo>
                    <a:pt x="8599" y="11"/>
                    <a:pt x="7014" y="17"/>
                    <a:pt x="5425" y="17"/>
                  </a:cubicBezTo>
                  <a:cubicBezTo>
                    <a:pt x="3836" y="17"/>
                    <a:pt x="2245" y="11"/>
                    <a:pt x="654" y="1"/>
                  </a:cubicBezTo>
                  <a:close/>
                </a:path>
              </a:pathLst>
            </a:custGeom>
            <a:solidFill>
              <a:srgbClr val="FD5B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3f8d4e882d8_0_2"/>
            <p:cNvSpPr/>
            <p:nvPr/>
          </p:nvSpPr>
          <p:spPr>
            <a:xfrm rot="-970049">
              <a:off x="7574270" y="3471541"/>
              <a:ext cx="2381597" cy="596854"/>
            </a:xfrm>
            <a:custGeom>
              <a:rect b="b" l="l" r="r" t="t"/>
              <a:pathLst>
                <a:path extrusionOk="0" h="30762" w="122748">
                  <a:moveTo>
                    <a:pt x="22318" y="7534"/>
                  </a:moveTo>
                  <a:cubicBezTo>
                    <a:pt x="22778" y="7534"/>
                    <a:pt x="22910" y="7712"/>
                    <a:pt x="22910" y="8210"/>
                  </a:cubicBezTo>
                  <a:cubicBezTo>
                    <a:pt x="22868" y="10254"/>
                    <a:pt x="22868" y="12320"/>
                    <a:pt x="22910" y="14385"/>
                  </a:cubicBezTo>
                  <a:cubicBezTo>
                    <a:pt x="22910" y="14912"/>
                    <a:pt x="22762" y="15060"/>
                    <a:pt x="22235" y="15060"/>
                  </a:cubicBezTo>
                  <a:cubicBezTo>
                    <a:pt x="21561" y="15053"/>
                    <a:pt x="20887" y="15050"/>
                    <a:pt x="20212" y="15050"/>
                  </a:cubicBezTo>
                  <a:cubicBezTo>
                    <a:pt x="18863" y="15050"/>
                    <a:pt x="17514" y="15060"/>
                    <a:pt x="16166" y="15060"/>
                  </a:cubicBezTo>
                  <a:cubicBezTo>
                    <a:pt x="14859" y="15060"/>
                    <a:pt x="13543" y="15050"/>
                    <a:pt x="12223" y="15050"/>
                  </a:cubicBezTo>
                  <a:cubicBezTo>
                    <a:pt x="11564" y="15050"/>
                    <a:pt x="10903" y="15053"/>
                    <a:pt x="10243" y="15060"/>
                  </a:cubicBezTo>
                  <a:cubicBezTo>
                    <a:pt x="9716" y="15060"/>
                    <a:pt x="9590" y="14912"/>
                    <a:pt x="9590" y="14385"/>
                  </a:cubicBezTo>
                  <a:cubicBezTo>
                    <a:pt x="9611" y="12320"/>
                    <a:pt x="9611" y="10254"/>
                    <a:pt x="9590" y="8189"/>
                  </a:cubicBezTo>
                  <a:cubicBezTo>
                    <a:pt x="9569" y="7683"/>
                    <a:pt x="9737" y="7536"/>
                    <a:pt x="10264" y="7536"/>
                  </a:cubicBezTo>
                  <a:cubicBezTo>
                    <a:pt x="12256" y="7546"/>
                    <a:pt x="14253" y="7551"/>
                    <a:pt x="16250" y="7551"/>
                  </a:cubicBezTo>
                  <a:cubicBezTo>
                    <a:pt x="18247" y="7551"/>
                    <a:pt x="20244" y="7546"/>
                    <a:pt x="22235" y="7536"/>
                  </a:cubicBezTo>
                  <a:cubicBezTo>
                    <a:pt x="22264" y="7534"/>
                    <a:pt x="22291" y="7534"/>
                    <a:pt x="22318" y="7534"/>
                  </a:cubicBezTo>
                  <a:close/>
                  <a:moveTo>
                    <a:pt x="49023" y="7536"/>
                  </a:moveTo>
                  <a:cubicBezTo>
                    <a:pt x="49466" y="7536"/>
                    <a:pt x="49634" y="7641"/>
                    <a:pt x="49634" y="8126"/>
                  </a:cubicBezTo>
                  <a:cubicBezTo>
                    <a:pt x="49613" y="10233"/>
                    <a:pt x="49613" y="12341"/>
                    <a:pt x="49634" y="14449"/>
                  </a:cubicBezTo>
                  <a:cubicBezTo>
                    <a:pt x="49655" y="14954"/>
                    <a:pt x="49445" y="15060"/>
                    <a:pt x="48981" y="15060"/>
                  </a:cubicBezTo>
                  <a:lnTo>
                    <a:pt x="42995" y="15060"/>
                  </a:lnTo>
                  <a:cubicBezTo>
                    <a:pt x="41661" y="15060"/>
                    <a:pt x="40326" y="15050"/>
                    <a:pt x="38997" y="15050"/>
                  </a:cubicBezTo>
                  <a:cubicBezTo>
                    <a:pt x="38333" y="15050"/>
                    <a:pt x="37670" y="15053"/>
                    <a:pt x="37010" y="15060"/>
                  </a:cubicBezTo>
                  <a:cubicBezTo>
                    <a:pt x="36504" y="15060"/>
                    <a:pt x="36314" y="14933"/>
                    <a:pt x="36314" y="14406"/>
                  </a:cubicBezTo>
                  <a:cubicBezTo>
                    <a:pt x="36335" y="12320"/>
                    <a:pt x="36335" y="10233"/>
                    <a:pt x="36314" y="8147"/>
                  </a:cubicBezTo>
                  <a:cubicBezTo>
                    <a:pt x="36314" y="7704"/>
                    <a:pt x="36441" y="7536"/>
                    <a:pt x="36904" y="7536"/>
                  </a:cubicBezTo>
                  <a:close/>
                  <a:moveTo>
                    <a:pt x="76317" y="7515"/>
                  </a:moveTo>
                  <a:cubicBezTo>
                    <a:pt x="76780" y="7515"/>
                    <a:pt x="76907" y="7683"/>
                    <a:pt x="76907" y="8126"/>
                  </a:cubicBezTo>
                  <a:cubicBezTo>
                    <a:pt x="76886" y="10233"/>
                    <a:pt x="76886" y="12341"/>
                    <a:pt x="76907" y="14449"/>
                  </a:cubicBezTo>
                  <a:cubicBezTo>
                    <a:pt x="76907" y="14975"/>
                    <a:pt x="76696" y="15060"/>
                    <a:pt x="76254" y="15060"/>
                  </a:cubicBezTo>
                  <a:lnTo>
                    <a:pt x="64409" y="15060"/>
                  </a:lnTo>
                  <a:cubicBezTo>
                    <a:pt x="63924" y="15060"/>
                    <a:pt x="63713" y="14975"/>
                    <a:pt x="63713" y="14406"/>
                  </a:cubicBezTo>
                  <a:cubicBezTo>
                    <a:pt x="63734" y="12320"/>
                    <a:pt x="63734" y="10254"/>
                    <a:pt x="63713" y="8168"/>
                  </a:cubicBezTo>
                  <a:cubicBezTo>
                    <a:pt x="63713" y="7683"/>
                    <a:pt x="63840" y="7515"/>
                    <a:pt x="64346" y="7515"/>
                  </a:cubicBezTo>
                  <a:cubicBezTo>
                    <a:pt x="66337" y="7525"/>
                    <a:pt x="68334" y="7530"/>
                    <a:pt x="70331" y="7530"/>
                  </a:cubicBezTo>
                  <a:cubicBezTo>
                    <a:pt x="72328" y="7530"/>
                    <a:pt x="74325" y="7525"/>
                    <a:pt x="76317" y="7515"/>
                  </a:cubicBezTo>
                  <a:close/>
                  <a:moveTo>
                    <a:pt x="88562" y="7515"/>
                  </a:moveTo>
                  <a:cubicBezTo>
                    <a:pt x="89026" y="7515"/>
                    <a:pt x="89152" y="7683"/>
                    <a:pt x="89152" y="8126"/>
                  </a:cubicBezTo>
                  <a:cubicBezTo>
                    <a:pt x="89131" y="10233"/>
                    <a:pt x="89131" y="12341"/>
                    <a:pt x="89152" y="14449"/>
                  </a:cubicBezTo>
                  <a:cubicBezTo>
                    <a:pt x="89152" y="14912"/>
                    <a:pt x="89005" y="15060"/>
                    <a:pt x="88541" y="15060"/>
                  </a:cubicBezTo>
                  <a:cubicBezTo>
                    <a:pt x="88000" y="15053"/>
                    <a:pt x="87459" y="15050"/>
                    <a:pt x="86918" y="15050"/>
                  </a:cubicBezTo>
                  <a:cubicBezTo>
                    <a:pt x="85836" y="15050"/>
                    <a:pt x="84754" y="15060"/>
                    <a:pt x="83672" y="15060"/>
                  </a:cubicBezTo>
                  <a:cubicBezTo>
                    <a:pt x="82576" y="15060"/>
                    <a:pt x="81499" y="15050"/>
                    <a:pt x="80422" y="15050"/>
                  </a:cubicBezTo>
                  <a:cubicBezTo>
                    <a:pt x="79883" y="15050"/>
                    <a:pt x="79345" y="15053"/>
                    <a:pt x="78804" y="15060"/>
                  </a:cubicBezTo>
                  <a:cubicBezTo>
                    <a:pt x="78340" y="15060"/>
                    <a:pt x="78193" y="14891"/>
                    <a:pt x="78193" y="14449"/>
                  </a:cubicBezTo>
                  <a:cubicBezTo>
                    <a:pt x="78214" y="12341"/>
                    <a:pt x="78214" y="10233"/>
                    <a:pt x="78193" y="8126"/>
                  </a:cubicBezTo>
                  <a:cubicBezTo>
                    <a:pt x="78193" y="7662"/>
                    <a:pt x="78340" y="7515"/>
                    <a:pt x="78804" y="7515"/>
                  </a:cubicBezTo>
                  <a:cubicBezTo>
                    <a:pt x="80427" y="7525"/>
                    <a:pt x="82049" y="7530"/>
                    <a:pt x="83675" y="7530"/>
                  </a:cubicBezTo>
                  <a:cubicBezTo>
                    <a:pt x="85300" y="7530"/>
                    <a:pt x="86929" y="7525"/>
                    <a:pt x="88562" y="7515"/>
                  </a:cubicBezTo>
                  <a:close/>
                  <a:moveTo>
                    <a:pt x="103041" y="7515"/>
                  </a:moveTo>
                  <a:cubicBezTo>
                    <a:pt x="103505" y="7515"/>
                    <a:pt x="103652" y="7683"/>
                    <a:pt x="103652" y="8126"/>
                  </a:cubicBezTo>
                  <a:cubicBezTo>
                    <a:pt x="103631" y="10233"/>
                    <a:pt x="103610" y="12341"/>
                    <a:pt x="103652" y="14449"/>
                  </a:cubicBezTo>
                  <a:cubicBezTo>
                    <a:pt x="103652" y="14975"/>
                    <a:pt x="103442" y="15060"/>
                    <a:pt x="102978" y="15060"/>
                  </a:cubicBezTo>
                  <a:lnTo>
                    <a:pt x="97056" y="15060"/>
                  </a:lnTo>
                  <a:cubicBezTo>
                    <a:pt x="95735" y="15060"/>
                    <a:pt x="94405" y="15050"/>
                    <a:pt x="93078" y="15050"/>
                  </a:cubicBezTo>
                  <a:cubicBezTo>
                    <a:pt x="92414" y="15050"/>
                    <a:pt x="91751" y="15053"/>
                    <a:pt x="91091" y="15060"/>
                  </a:cubicBezTo>
                  <a:cubicBezTo>
                    <a:pt x="90585" y="15060"/>
                    <a:pt x="90459" y="14891"/>
                    <a:pt x="90459" y="14406"/>
                  </a:cubicBezTo>
                  <a:cubicBezTo>
                    <a:pt x="90480" y="12341"/>
                    <a:pt x="90480" y="10254"/>
                    <a:pt x="90459" y="8168"/>
                  </a:cubicBezTo>
                  <a:cubicBezTo>
                    <a:pt x="90438" y="7683"/>
                    <a:pt x="90585" y="7515"/>
                    <a:pt x="91070" y="7515"/>
                  </a:cubicBezTo>
                  <a:cubicBezTo>
                    <a:pt x="93072" y="7525"/>
                    <a:pt x="95069" y="7530"/>
                    <a:pt x="97064" y="7530"/>
                  </a:cubicBezTo>
                  <a:cubicBezTo>
                    <a:pt x="99058" y="7530"/>
                    <a:pt x="101050" y="7525"/>
                    <a:pt x="103041" y="7515"/>
                  </a:cubicBezTo>
                  <a:close/>
                  <a:moveTo>
                    <a:pt x="115371" y="7515"/>
                  </a:moveTo>
                  <a:cubicBezTo>
                    <a:pt x="115856" y="7515"/>
                    <a:pt x="116024" y="7641"/>
                    <a:pt x="116024" y="8147"/>
                  </a:cubicBezTo>
                  <a:cubicBezTo>
                    <a:pt x="116003" y="10254"/>
                    <a:pt x="116003" y="12362"/>
                    <a:pt x="116024" y="14470"/>
                  </a:cubicBezTo>
                  <a:cubicBezTo>
                    <a:pt x="116024" y="14933"/>
                    <a:pt x="115877" y="15060"/>
                    <a:pt x="115413" y="15060"/>
                  </a:cubicBezTo>
                  <a:cubicBezTo>
                    <a:pt x="114865" y="15053"/>
                    <a:pt x="114317" y="15050"/>
                    <a:pt x="113769" y="15050"/>
                  </a:cubicBezTo>
                  <a:cubicBezTo>
                    <a:pt x="112673" y="15050"/>
                    <a:pt x="111577" y="15060"/>
                    <a:pt x="110481" y="15060"/>
                  </a:cubicBezTo>
                  <a:cubicBezTo>
                    <a:pt x="109399" y="15060"/>
                    <a:pt x="108317" y="15050"/>
                    <a:pt x="107235" y="15050"/>
                  </a:cubicBezTo>
                  <a:cubicBezTo>
                    <a:pt x="106694" y="15050"/>
                    <a:pt x="106154" y="15053"/>
                    <a:pt x="105613" y="15060"/>
                  </a:cubicBezTo>
                  <a:cubicBezTo>
                    <a:pt x="105128" y="15060"/>
                    <a:pt x="104938" y="14933"/>
                    <a:pt x="104938" y="14385"/>
                  </a:cubicBezTo>
                  <a:cubicBezTo>
                    <a:pt x="104959" y="12320"/>
                    <a:pt x="104959" y="10233"/>
                    <a:pt x="104938" y="8147"/>
                  </a:cubicBezTo>
                  <a:cubicBezTo>
                    <a:pt x="104917" y="7662"/>
                    <a:pt x="105086" y="7515"/>
                    <a:pt x="105570" y="7515"/>
                  </a:cubicBezTo>
                  <a:cubicBezTo>
                    <a:pt x="107204" y="7525"/>
                    <a:pt x="108837" y="7530"/>
                    <a:pt x="110471" y="7530"/>
                  </a:cubicBezTo>
                  <a:cubicBezTo>
                    <a:pt x="112104" y="7530"/>
                    <a:pt x="113737" y="7525"/>
                    <a:pt x="115371" y="7515"/>
                  </a:cubicBezTo>
                  <a:close/>
                  <a:moveTo>
                    <a:pt x="61795" y="7536"/>
                  </a:moveTo>
                  <a:cubicBezTo>
                    <a:pt x="62259" y="7536"/>
                    <a:pt x="62407" y="7662"/>
                    <a:pt x="62407" y="8126"/>
                  </a:cubicBezTo>
                  <a:cubicBezTo>
                    <a:pt x="62385" y="10233"/>
                    <a:pt x="62385" y="12341"/>
                    <a:pt x="62407" y="14449"/>
                  </a:cubicBezTo>
                  <a:cubicBezTo>
                    <a:pt x="62407" y="14891"/>
                    <a:pt x="62322" y="15081"/>
                    <a:pt x="61837" y="15081"/>
                  </a:cubicBezTo>
                  <a:cubicBezTo>
                    <a:pt x="60109" y="15070"/>
                    <a:pt x="58386" y="15065"/>
                    <a:pt x="56666" y="15065"/>
                  </a:cubicBezTo>
                  <a:cubicBezTo>
                    <a:pt x="54946" y="15065"/>
                    <a:pt x="53228" y="15070"/>
                    <a:pt x="51510" y="15081"/>
                  </a:cubicBezTo>
                  <a:cubicBezTo>
                    <a:pt x="51089" y="15081"/>
                    <a:pt x="50941" y="14954"/>
                    <a:pt x="50941" y="14512"/>
                  </a:cubicBezTo>
                  <a:cubicBezTo>
                    <a:pt x="50941" y="12383"/>
                    <a:pt x="50941" y="10254"/>
                    <a:pt x="50941" y="8147"/>
                  </a:cubicBezTo>
                  <a:cubicBezTo>
                    <a:pt x="50920" y="7662"/>
                    <a:pt x="51110" y="7557"/>
                    <a:pt x="51552" y="7557"/>
                  </a:cubicBezTo>
                  <a:lnTo>
                    <a:pt x="56737" y="7557"/>
                  </a:lnTo>
                  <a:cubicBezTo>
                    <a:pt x="58423" y="7557"/>
                    <a:pt x="60109" y="7557"/>
                    <a:pt x="61795" y="7536"/>
                  </a:cubicBezTo>
                  <a:close/>
                  <a:moveTo>
                    <a:pt x="34354" y="7557"/>
                  </a:moveTo>
                  <a:cubicBezTo>
                    <a:pt x="34839" y="7557"/>
                    <a:pt x="35029" y="7683"/>
                    <a:pt x="35029" y="8210"/>
                  </a:cubicBezTo>
                  <a:cubicBezTo>
                    <a:pt x="35008" y="10297"/>
                    <a:pt x="35008" y="12383"/>
                    <a:pt x="35029" y="14470"/>
                  </a:cubicBezTo>
                  <a:cubicBezTo>
                    <a:pt x="35029" y="14954"/>
                    <a:pt x="34881" y="15102"/>
                    <a:pt x="34396" y="15102"/>
                  </a:cubicBezTo>
                  <a:cubicBezTo>
                    <a:pt x="32805" y="15091"/>
                    <a:pt x="31214" y="15086"/>
                    <a:pt x="29623" y="15086"/>
                  </a:cubicBezTo>
                  <a:cubicBezTo>
                    <a:pt x="28031" y="15086"/>
                    <a:pt x="26440" y="15091"/>
                    <a:pt x="24849" y="15102"/>
                  </a:cubicBezTo>
                  <a:cubicBezTo>
                    <a:pt x="24385" y="15102"/>
                    <a:pt x="24196" y="14975"/>
                    <a:pt x="24196" y="14470"/>
                  </a:cubicBezTo>
                  <a:cubicBezTo>
                    <a:pt x="24217" y="12362"/>
                    <a:pt x="24217" y="10254"/>
                    <a:pt x="24196" y="8147"/>
                  </a:cubicBezTo>
                  <a:cubicBezTo>
                    <a:pt x="24196" y="7683"/>
                    <a:pt x="24364" y="7557"/>
                    <a:pt x="24807" y="7557"/>
                  </a:cubicBezTo>
                  <a:lnTo>
                    <a:pt x="29612" y="7557"/>
                  </a:lnTo>
                  <a:cubicBezTo>
                    <a:pt x="30666" y="7557"/>
                    <a:pt x="31720" y="7566"/>
                    <a:pt x="32773" y="7566"/>
                  </a:cubicBezTo>
                  <a:cubicBezTo>
                    <a:pt x="33300" y="7566"/>
                    <a:pt x="33827" y="7564"/>
                    <a:pt x="34354" y="7557"/>
                  </a:cubicBezTo>
                  <a:close/>
                  <a:moveTo>
                    <a:pt x="34375" y="16472"/>
                  </a:moveTo>
                  <a:cubicBezTo>
                    <a:pt x="34923" y="16472"/>
                    <a:pt x="35029" y="16683"/>
                    <a:pt x="35029" y="17167"/>
                  </a:cubicBezTo>
                  <a:cubicBezTo>
                    <a:pt x="35008" y="19043"/>
                    <a:pt x="34986" y="20940"/>
                    <a:pt x="35029" y="22816"/>
                  </a:cubicBezTo>
                  <a:cubicBezTo>
                    <a:pt x="35029" y="23343"/>
                    <a:pt x="34881" y="23490"/>
                    <a:pt x="34354" y="23490"/>
                  </a:cubicBezTo>
                  <a:cubicBezTo>
                    <a:pt x="33820" y="23483"/>
                    <a:pt x="33286" y="23481"/>
                    <a:pt x="32752" y="23481"/>
                  </a:cubicBezTo>
                  <a:cubicBezTo>
                    <a:pt x="31685" y="23481"/>
                    <a:pt x="30617" y="23490"/>
                    <a:pt x="29549" y="23490"/>
                  </a:cubicBezTo>
                  <a:cubicBezTo>
                    <a:pt x="28509" y="23490"/>
                    <a:pt x="27479" y="23481"/>
                    <a:pt x="26445" y="23481"/>
                  </a:cubicBezTo>
                  <a:cubicBezTo>
                    <a:pt x="25928" y="23481"/>
                    <a:pt x="25411" y="23483"/>
                    <a:pt x="24891" y="23490"/>
                  </a:cubicBezTo>
                  <a:cubicBezTo>
                    <a:pt x="24385" y="23490"/>
                    <a:pt x="24196" y="23385"/>
                    <a:pt x="24196" y="22837"/>
                  </a:cubicBezTo>
                  <a:cubicBezTo>
                    <a:pt x="24217" y="20940"/>
                    <a:pt x="24217" y="19022"/>
                    <a:pt x="24196" y="17125"/>
                  </a:cubicBezTo>
                  <a:cubicBezTo>
                    <a:pt x="24196" y="16619"/>
                    <a:pt x="24343" y="16472"/>
                    <a:pt x="24828" y="16472"/>
                  </a:cubicBezTo>
                  <a:cubicBezTo>
                    <a:pt x="26665" y="16484"/>
                    <a:pt x="28503" y="16496"/>
                    <a:pt x="30340" y="16496"/>
                  </a:cubicBezTo>
                  <a:cubicBezTo>
                    <a:pt x="31685" y="16496"/>
                    <a:pt x="33030" y="16490"/>
                    <a:pt x="34375" y="16472"/>
                  </a:cubicBezTo>
                  <a:close/>
                  <a:moveTo>
                    <a:pt x="102999" y="16493"/>
                  </a:moveTo>
                  <a:cubicBezTo>
                    <a:pt x="103484" y="16493"/>
                    <a:pt x="103652" y="16619"/>
                    <a:pt x="103652" y="17125"/>
                  </a:cubicBezTo>
                  <a:cubicBezTo>
                    <a:pt x="103610" y="19022"/>
                    <a:pt x="103610" y="20940"/>
                    <a:pt x="103652" y="22837"/>
                  </a:cubicBezTo>
                  <a:cubicBezTo>
                    <a:pt x="103652" y="23385"/>
                    <a:pt x="103463" y="23490"/>
                    <a:pt x="102957" y="23490"/>
                  </a:cubicBezTo>
                  <a:lnTo>
                    <a:pt x="96971" y="23490"/>
                  </a:lnTo>
                  <a:cubicBezTo>
                    <a:pt x="95679" y="23490"/>
                    <a:pt x="94377" y="23481"/>
                    <a:pt x="93078" y="23481"/>
                  </a:cubicBezTo>
                  <a:cubicBezTo>
                    <a:pt x="92428" y="23481"/>
                    <a:pt x="91780" y="23483"/>
                    <a:pt x="91133" y="23490"/>
                  </a:cubicBezTo>
                  <a:cubicBezTo>
                    <a:pt x="91103" y="23491"/>
                    <a:pt x="91074" y="23492"/>
                    <a:pt x="91045" y="23492"/>
                  </a:cubicBezTo>
                  <a:cubicBezTo>
                    <a:pt x="90608" y="23492"/>
                    <a:pt x="90459" y="23332"/>
                    <a:pt x="90459" y="22837"/>
                  </a:cubicBezTo>
                  <a:cubicBezTo>
                    <a:pt x="90480" y="20940"/>
                    <a:pt x="90480" y="19064"/>
                    <a:pt x="90459" y="17188"/>
                  </a:cubicBezTo>
                  <a:cubicBezTo>
                    <a:pt x="90438" y="16683"/>
                    <a:pt x="90543" y="16493"/>
                    <a:pt x="91091" y="16493"/>
                  </a:cubicBezTo>
                  <a:cubicBezTo>
                    <a:pt x="93083" y="16503"/>
                    <a:pt x="95069" y="16509"/>
                    <a:pt x="97053" y="16509"/>
                  </a:cubicBezTo>
                  <a:cubicBezTo>
                    <a:pt x="99037" y="16509"/>
                    <a:pt x="101018" y="16503"/>
                    <a:pt x="102999" y="16493"/>
                  </a:cubicBezTo>
                  <a:close/>
                  <a:moveTo>
                    <a:pt x="22172" y="16493"/>
                  </a:moveTo>
                  <a:cubicBezTo>
                    <a:pt x="22762" y="16493"/>
                    <a:pt x="22910" y="16683"/>
                    <a:pt x="22910" y="17252"/>
                  </a:cubicBezTo>
                  <a:cubicBezTo>
                    <a:pt x="22868" y="19127"/>
                    <a:pt x="22868" y="20982"/>
                    <a:pt x="22910" y="22858"/>
                  </a:cubicBezTo>
                  <a:cubicBezTo>
                    <a:pt x="22910" y="23385"/>
                    <a:pt x="22741" y="23511"/>
                    <a:pt x="22214" y="23511"/>
                  </a:cubicBezTo>
                  <a:cubicBezTo>
                    <a:pt x="20223" y="23501"/>
                    <a:pt x="18226" y="23495"/>
                    <a:pt x="16229" y="23495"/>
                  </a:cubicBezTo>
                  <a:cubicBezTo>
                    <a:pt x="14232" y="23495"/>
                    <a:pt x="12235" y="23501"/>
                    <a:pt x="10243" y="23511"/>
                  </a:cubicBezTo>
                  <a:cubicBezTo>
                    <a:pt x="9716" y="23511"/>
                    <a:pt x="9590" y="23343"/>
                    <a:pt x="9590" y="22837"/>
                  </a:cubicBezTo>
                  <a:cubicBezTo>
                    <a:pt x="9611" y="20940"/>
                    <a:pt x="9611" y="19064"/>
                    <a:pt x="9590" y="17167"/>
                  </a:cubicBezTo>
                  <a:cubicBezTo>
                    <a:pt x="9569" y="16640"/>
                    <a:pt x="9737" y="16514"/>
                    <a:pt x="10264" y="16514"/>
                  </a:cubicBezTo>
                  <a:lnTo>
                    <a:pt x="16250" y="16514"/>
                  </a:lnTo>
                  <a:cubicBezTo>
                    <a:pt x="17240" y="16514"/>
                    <a:pt x="18226" y="16519"/>
                    <a:pt x="19211" y="16519"/>
                  </a:cubicBezTo>
                  <a:cubicBezTo>
                    <a:pt x="20196" y="16519"/>
                    <a:pt x="21182" y="16514"/>
                    <a:pt x="22172" y="16493"/>
                  </a:cubicBezTo>
                  <a:close/>
                  <a:moveTo>
                    <a:pt x="49051" y="16512"/>
                  </a:moveTo>
                  <a:cubicBezTo>
                    <a:pt x="49504" y="16512"/>
                    <a:pt x="49634" y="16672"/>
                    <a:pt x="49634" y="17167"/>
                  </a:cubicBezTo>
                  <a:cubicBezTo>
                    <a:pt x="49613" y="19085"/>
                    <a:pt x="49613" y="21003"/>
                    <a:pt x="49634" y="22900"/>
                  </a:cubicBezTo>
                  <a:cubicBezTo>
                    <a:pt x="49634" y="23364"/>
                    <a:pt x="49508" y="23511"/>
                    <a:pt x="49044" y="23511"/>
                  </a:cubicBezTo>
                  <a:cubicBezTo>
                    <a:pt x="47021" y="23501"/>
                    <a:pt x="44998" y="23495"/>
                    <a:pt x="42977" y="23495"/>
                  </a:cubicBezTo>
                  <a:cubicBezTo>
                    <a:pt x="40956" y="23495"/>
                    <a:pt x="38938" y="23501"/>
                    <a:pt x="36925" y="23511"/>
                  </a:cubicBezTo>
                  <a:cubicBezTo>
                    <a:pt x="36462" y="23511"/>
                    <a:pt x="36314" y="23364"/>
                    <a:pt x="36314" y="22900"/>
                  </a:cubicBezTo>
                  <a:cubicBezTo>
                    <a:pt x="36335" y="20982"/>
                    <a:pt x="36335" y="19043"/>
                    <a:pt x="36314" y="17104"/>
                  </a:cubicBezTo>
                  <a:cubicBezTo>
                    <a:pt x="36314" y="16662"/>
                    <a:pt x="36462" y="16514"/>
                    <a:pt x="36925" y="16514"/>
                  </a:cubicBezTo>
                  <a:lnTo>
                    <a:pt x="48960" y="16514"/>
                  </a:lnTo>
                  <a:cubicBezTo>
                    <a:pt x="48992" y="16513"/>
                    <a:pt x="49022" y="16512"/>
                    <a:pt x="49051" y="16512"/>
                  </a:cubicBezTo>
                  <a:close/>
                  <a:moveTo>
                    <a:pt x="61816" y="16514"/>
                  </a:moveTo>
                  <a:cubicBezTo>
                    <a:pt x="62259" y="16514"/>
                    <a:pt x="62428" y="16640"/>
                    <a:pt x="62428" y="17104"/>
                  </a:cubicBezTo>
                  <a:cubicBezTo>
                    <a:pt x="62407" y="19043"/>
                    <a:pt x="62407" y="21003"/>
                    <a:pt x="62428" y="22963"/>
                  </a:cubicBezTo>
                  <a:cubicBezTo>
                    <a:pt x="62428" y="23385"/>
                    <a:pt x="62259" y="23511"/>
                    <a:pt x="61837" y="23511"/>
                  </a:cubicBezTo>
                  <a:cubicBezTo>
                    <a:pt x="60120" y="23501"/>
                    <a:pt x="58397" y="23495"/>
                    <a:pt x="56674" y="23495"/>
                  </a:cubicBezTo>
                  <a:cubicBezTo>
                    <a:pt x="54951" y="23495"/>
                    <a:pt x="53228" y="23501"/>
                    <a:pt x="51510" y="23511"/>
                  </a:cubicBezTo>
                  <a:cubicBezTo>
                    <a:pt x="51089" y="23511"/>
                    <a:pt x="50941" y="23385"/>
                    <a:pt x="50941" y="22942"/>
                  </a:cubicBezTo>
                  <a:cubicBezTo>
                    <a:pt x="50962" y="21003"/>
                    <a:pt x="50962" y="19043"/>
                    <a:pt x="50941" y="17104"/>
                  </a:cubicBezTo>
                  <a:cubicBezTo>
                    <a:pt x="50941" y="16619"/>
                    <a:pt x="51110" y="16514"/>
                    <a:pt x="51552" y="16514"/>
                  </a:cubicBezTo>
                  <a:close/>
                  <a:moveTo>
                    <a:pt x="76232" y="16514"/>
                  </a:moveTo>
                  <a:cubicBezTo>
                    <a:pt x="76717" y="16514"/>
                    <a:pt x="76907" y="16640"/>
                    <a:pt x="76907" y="17167"/>
                  </a:cubicBezTo>
                  <a:cubicBezTo>
                    <a:pt x="76886" y="19085"/>
                    <a:pt x="76886" y="20982"/>
                    <a:pt x="76907" y="22900"/>
                  </a:cubicBezTo>
                  <a:cubicBezTo>
                    <a:pt x="76907" y="23406"/>
                    <a:pt x="76738" y="23511"/>
                    <a:pt x="76254" y="23511"/>
                  </a:cubicBezTo>
                  <a:lnTo>
                    <a:pt x="64367" y="23511"/>
                  </a:lnTo>
                  <a:cubicBezTo>
                    <a:pt x="63882" y="23511"/>
                    <a:pt x="63713" y="23406"/>
                    <a:pt x="63713" y="22900"/>
                  </a:cubicBezTo>
                  <a:cubicBezTo>
                    <a:pt x="63734" y="20961"/>
                    <a:pt x="63734" y="19022"/>
                    <a:pt x="63713" y="17104"/>
                  </a:cubicBezTo>
                  <a:cubicBezTo>
                    <a:pt x="63713" y="16619"/>
                    <a:pt x="63882" y="16514"/>
                    <a:pt x="64324" y="16514"/>
                  </a:cubicBezTo>
                  <a:close/>
                  <a:moveTo>
                    <a:pt x="88541" y="16514"/>
                  </a:moveTo>
                  <a:cubicBezTo>
                    <a:pt x="88983" y="16514"/>
                    <a:pt x="89152" y="16619"/>
                    <a:pt x="89152" y="17104"/>
                  </a:cubicBezTo>
                  <a:cubicBezTo>
                    <a:pt x="89131" y="19043"/>
                    <a:pt x="89131" y="21003"/>
                    <a:pt x="89152" y="22942"/>
                  </a:cubicBezTo>
                  <a:cubicBezTo>
                    <a:pt x="89152" y="23385"/>
                    <a:pt x="89005" y="23511"/>
                    <a:pt x="88583" y="23511"/>
                  </a:cubicBezTo>
                  <a:cubicBezTo>
                    <a:pt x="86950" y="23501"/>
                    <a:pt x="85316" y="23495"/>
                    <a:pt x="83683" y="23495"/>
                  </a:cubicBezTo>
                  <a:cubicBezTo>
                    <a:pt x="82049" y="23495"/>
                    <a:pt x="80416" y="23501"/>
                    <a:pt x="78783" y="23511"/>
                  </a:cubicBezTo>
                  <a:cubicBezTo>
                    <a:pt x="78361" y="23511"/>
                    <a:pt x="78214" y="23385"/>
                    <a:pt x="78214" y="22942"/>
                  </a:cubicBezTo>
                  <a:cubicBezTo>
                    <a:pt x="78235" y="21003"/>
                    <a:pt x="78235" y="19043"/>
                    <a:pt x="78214" y="17104"/>
                  </a:cubicBezTo>
                  <a:cubicBezTo>
                    <a:pt x="78193" y="16640"/>
                    <a:pt x="78361" y="16514"/>
                    <a:pt x="78825" y="16514"/>
                  </a:cubicBezTo>
                  <a:close/>
                  <a:moveTo>
                    <a:pt x="115392" y="16514"/>
                  </a:moveTo>
                  <a:cubicBezTo>
                    <a:pt x="115877" y="16514"/>
                    <a:pt x="116024" y="16662"/>
                    <a:pt x="116024" y="17146"/>
                  </a:cubicBezTo>
                  <a:cubicBezTo>
                    <a:pt x="116003" y="19064"/>
                    <a:pt x="116003" y="20961"/>
                    <a:pt x="116024" y="22879"/>
                  </a:cubicBezTo>
                  <a:cubicBezTo>
                    <a:pt x="116045" y="23343"/>
                    <a:pt x="115919" y="23532"/>
                    <a:pt x="115413" y="23532"/>
                  </a:cubicBezTo>
                  <a:cubicBezTo>
                    <a:pt x="113769" y="23522"/>
                    <a:pt x="112125" y="23516"/>
                    <a:pt x="110481" y="23516"/>
                  </a:cubicBezTo>
                  <a:cubicBezTo>
                    <a:pt x="108837" y="23516"/>
                    <a:pt x="107193" y="23522"/>
                    <a:pt x="105549" y="23532"/>
                  </a:cubicBezTo>
                  <a:cubicBezTo>
                    <a:pt x="105086" y="23532"/>
                    <a:pt x="104938" y="23385"/>
                    <a:pt x="104938" y="22921"/>
                  </a:cubicBezTo>
                  <a:cubicBezTo>
                    <a:pt x="104959" y="20982"/>
                    <a:pt x="104959" y="19064"/>
                    <a:pt x="104938" y="17125"/>
                  </a:cubicBezTo>
                  <a:cubicBezTo>
                    <a:pt x="104938" y="16619"/>
                    <a:pt x="105128" y="16514"/>
                    <a:pt x="105591" y="16514"/>
                  </a:cubicBezTo>
                  <a:close/>
                  <a:moveTo>
                    <a:pt x="8968" y="1"/>
                  </a:moveTo>
                  <a:cubicBezTo>
                    <a:pt x="8763" y="1"/>
                    <a:pt x="8557" y="54"/>
                    <a:pt x="8367" y="159"/>
                  </a:cubicBezTo>
                  <a:cubicBezTo>
                    <a:pt x="8367" y="1887"/>
                    <a:pt x="8346" y="3615"/>
                    <a:pt x="8367" y="5344"/>
                  </a:cubicBezTo>
                  <a:cubicBezTo>
                    <a:pt x="8388" y="5892"/>
                    <a:pt x="8283" y="6102"/>
                    <a:pt x="7672" y="6102"/>
                  </a:cubicBezTo>
                  <a:cubicBezTo>
                    <a:pt x="5164" y="6081"/>
                    <a:pt x="2677" y="6081"/>
                    <a:pt x="190" y="6081"/>
                  </a:cubicBezTo>
                  <a:cubicBezTo>
                    <a:pt x="0" y="6566"/>
                    <a:pt x="0" y="7072"/>
                    <a:pt x="190" y="7536"/>
                  </a:cubicBezTo>
                  <a:cubicBezTo>
                    <a:pt x="1848" y="7536"/>
                    <a:pt x="3515" y="7545"/>
                    <a:pt x="5179" y="7545"/>
                  </a:cubicBezTo>
                  <a:cubicBezTo>
                    <a:pt x="6011" y="7545"/>
                    <a:pt x="6843" y="7543"/>
                    <a:pt x="7672" y="7536"/>
                  </a:cubicBezTo>
                  <a:cubicBezTo>
                    <a:pt x="7700" y="7535"/>
                    <a:pt x="7727" y="7534"/>
                    <a:pt x="7753" y="7534"/>
                  </a:cubicBezTo>
                  <a:cubicBezTo>
                    <a:pt x="8253" y="7534"/>
                    <a:pt x="8367" y="7730"/>
                    <a:pt x="8367" y="8231"/>
                  </a:cubicBezTo>
                  <a:cubicBezTo>
                    <a:pt x="8346" y="10275"/>
                    <a:pt x="8346" y="12320"/>
                    <a:pt x="8367" y="14343"/>
                  </a:cubicBezTo>
                  <a:cubicBezTo>
                    <a:pt x="8388" y="14891"/>
                    <a:pt x="8241" y="15060"/>
                    <a:pt x="7672" y="15060"/>
                  </a:cubicBezTo>
                  <a:cubicBezTo>
                    <a:pt x="5185" y="15039"/>
                    <a:pt x="2677" y="15039"/>
                    <a:pt x="190" y="15039"/>
                  </a:cubicBezTo>
                  <a:cubicBezTo>
                    <a:pt x="0" y="15523"/>
                    <a:pt x="0" y="16029"/>
                    <a:pt x="190" y="16493"/>
                  </a:cubicBezTo>
                  <a:cubicBezTo>
                    <a:pt x="1433" y="16493"/>
                    <a:pt x="2682" y="16498"/>
                    <a:pt x="3931" y="16498"/>
                  </a:cubicBezTo>
                  <a:cubicBezTo>
                    <a:pt x="5180" y="16498"/>
                    <a:pt x="6428" y="16493"/>
                    <a:pt x="7672" y="16472"/>
                  </a:cubicBezTo>
                  <a:cubicBezTo>
                    <a:pt x="8241" y="16472"/>
                    <a:pt x="8367" y="16640"/>
                    <a:pt x="8367" y="17188"/>
                  </a:cubicBezTo>
                  <a:cubicBezTo>
                    <a:pt x="8346" y="19043"/>
                    <a:pt x="8346" y="20919"/>
                    <a:pt x="8367" y="22774"/>
                  </a:cubicBezTo>
                  <a:cubicBezTo>
                    <a:pt x="8388" y="23322"/>
                    <a:pt x="8241" y="23490"/>
                    <a:pt x="7672" y="23490"/>
                  </a:cubicBezTo>
                  <a:cubicBezTo>
                    <a:pt x="5185" y="23469"/>
                    <a:pt x="2677" y="23469"/>
                    <a:pt x="190" y="23469"/>
                  </a:cubicBezTo>
                  <a:cubicBezTo>
                    <a:pt x="0" y="23933"/>
                    <a:pt x="0" y="24460"/>
                    <a:pt x="190" y="24923"/>
                  </a:cubicBezTo>
                  <a:cubicBezTo>
                    <a:pt x="1433" y="24923"/>
                    <a:pt x="2682" y="24929"/>
                    <a:pt x="3933" y="24929"/>
                  </a:cubicBezTo>
                  <a:cubicBezTo>
                    <a:pt x="5185" y="24929"/>
                    <a:pt x="6439" y="24923"/>
                    <a:pt x="7693" y="24902"/>
                  </a:cubicBezTo>
                  <a:cubicBezTo>
                    <a:pt x="8262" y="24902"/>
                    <a:pt x="8367" y="25092"/>
                    <a:pt x="8367" y="25619"/>
                  </a:cubicBezTo>
                  <a:cubicBezTo>
                    <a:pt x="8346" y="27115"/>
                    <a:pt x="8367" y="28612"/>
                    <a:pt x="8346" y="30108"/>
                  </a:cubicBezTo>
                  <a:cubicBezTo>
                    <a:pt x="8346" y="30551"/>
                    <a:pt x="8431" y="30740"/>
                    <a:pt x="8936" y="30740"/>
                  </a:cubicBezTo>
                  <a:cubicBezTo>
                    <a:pt x="9442" y="30740"/>
                    <a:pt x="9569" y="30551"/>
                    <a:pt x="9569" y="30087"/>
                  </a:cubicBezTo>
                  <a:cubicBezTo>
                    <a:pt x="9548" y="28591"/>
                    <a:pt x="9569" y="27094"/>
                    <a:pt x="9548" y="25598"/>
                  </a:cubicBezTo>
                  <a:cubicBezTo>
                    <a:pt x="9527" y="25113"/>
                    <a:pt x="9632" y="24902"/>
                    <a:pt x="10180" y="24902"/>
                  </a:cubicBezTo>
                  <a:cubicBezTo>
                    <a:pt x="12193" y="24913"/>
                    <a:pt x="14205" y="24918"/>
                    <a:pt x="16216" y="24918"/>
                  </a:cubicBezTo>
                  <a:cubicBezTo>
                    <a:pt x="18226" y="24918"/>
                    <a:pt x="20233" y="24913"/>
                    <a:pt x="22235" y="24902"/>
                  </a:cubicBezTo>
                  <a:cubicBezTo>
                    <a:pt x="22741" y="24902"/>
                    <a:pt x="22868" y="25092"/>
                    <a:pt x="22868" y="25556"/>
                  </a:cubicBezTo>
                  <a:cubicBezTo>
                    <a:pt x="22847" y="27031"/>
                    <a:pt x="22868" y="28506"/>
                    <a:pt x="22847" y="29960"/>
                  </a:cubicBezTo>
                  <a:cubicBezTo>
                    <a:pt x="22847" y="30445"/>
                    <a:pt x="22847" y="30719"/>
                    <a:pt x="23500" y="30740"/>
                  </a:cubicBezTo>
                  <a:cubicBezTo>
                    <a:pt x="23521" y="30741"/>
                    <a:pt x="23541" y="30741"/>
                    <a:pt x="23560" y="30741"/>
                  </a:cubicBezTo>
                  <a:cubicBezTo>
                    <a:pt x="24155" y="30741"/>
                    <a:pt x="24174" y="30430"/>
                    <a:pt x="24174" y="29960"/>
                  </a:cubicBezTo>
                  <a:cubicBezTo>
                    <a:pt x="24153" y="28506"/>
                    <a:pt x="24174" y="27052"/>
                    <a:pt x="24153" y="25598"/>
                  </a:cubicBezTo>
                  <a:cubicBezTo>
                    <a:pt x="24153" y="25113"/>
                    <a:pt x="24259" y="24923"/>
                    <a:pt x="24807" y="24923"/>
                  </a:cubicBezTo>
                  <a:cubicBezTo>
                    <a:pt x="26398" y="24934"/>
                    <a:pt x="27989" y="24939"/>
                    <a:pt x="29580" y="24939"/>
                  </a:cubicBezTo>
                  <a:cubicBezTo>
                    <a:pt x="31172" y="24939"/>
                    <a:pt x="32763" y="24934"/>
                    <a:pt x="34354" y="24923"/>
                  </a:cubicBezTo>
                  <a:cubicBezTo>
                    <a:pt x="34860" y="24923"/>
                    <a:pt x="34986" y="25092"/>
                    <a:pt x="34986" y="25577"/>
                  </a:cubicBezTo>
                  <a:cubicBezTo>
                    <a:pt x="34965" y="27073"/>
                    <a:pt x="34986" y="28548"/>
                    <a:pt x="34965" y="30045"/>
                  </a:cubicBezTo>
                  <a:cubicBezTo>
                    <a:pt x="34965" y="30529"/>
                    <a:pt x="35050" y="30761"/>
                    <a:pt x="35619" y="30761"/>
                  </a:cubicBezTo>
                  <a:cubicBezTo>
                    <a:pt x="36188" y="30761"/>
                    <a:pt x="36293" y="30551"/>
                    <a:pt x="36293" y="30024"/>
                  </a:cubicBezTo>
                  <a:cubicBezTo>
                    <a:pt x="36272" y="28591"/>
                    <a:pt x="36314" y="27178"/>
                    <a:pt x="36272" y="25745"/>
                  </a:cubicBezTo>
                  <a:cubicBezTo>
                    <a:pt x="36272" y="25134"/>
                    <a:pt x="36420" y="24923"/>
                    <a:pt x="37073" y="24923"/>
                  </a:cubicBezTo>
                  <a:cubicBezTo>
                    <a:pt x="39033" y="24934"/>
                    <a:pt x="40998" y="24939"/>
                    <a:pt x="42964" y="24939"/>
                  </a:cubicBezTo>
                  <a:cubicBezTo>
                    <a:pt x="44929" y="24939"/>
                    <a:pt x="46894" y="24934"/>
                    <a:pt x="48855" y="24923"/>
                  </a:cubicBezTo>
                  <a:cubicBezTo>
                    <a:pt x="49487" y="24923"/>
                    <a:pt x="49634" y="25134"/>
                    <a:pt x="49613" y="25703"/>
                  </a:cubicBezTo>
                  <a:cubicBezTo>
                    <a:pt x="49592" y="27094"/>
                    <a:pt x="49613" y="28485"/>
                    <a:pt x="49613" y="29855"/>
                  </a:cubicBezTo>
                  <a:cubicBezTo>
                    <a:pt x="49613" y="30298"/>
                    <a:pt x="49466" y="30740"/>
                    <a:pt x="50246" y="30761"/>
                  </a:cubicBezTo>
                  <a:cubicBezTo>
                    <a:pt x="50263" y="30762"/>
                    <a:pt x="50280" y="30762"/>
                    <a:pt x="50296" y="30762"/>
                  </a:cubicBezTo>
                  <a:cubicBezTo>
                    <a:pt x="51061" y="30762"/>
                    <a:pt x="50920" y="30288"/>
                    <a:pt x="50920" y="29834"/>
                  </a:cubicBezTo>
                  <a:cubicBezTo>
                    <a:pt x="50920" y="28422"/>
                    <a:pt x="50941" y="27010"/>
                    <a:pt x="50920" y="25619"/>
                  </a:cubicBezTo>
                  <a:cubicBezTo>
                    <a:pt x="50920" y="25113"/>
                    <a:pt x="51025" y="24923"/>
                    <a:pt x="51573" y="24923"/>
                  </a:cubicBezTo>
                  <a:cubicBezTo>
                    <a:pt x="53270" y="24934"/>
                    <a:pt x="54961" y="24939"/>
                    <a:pt x="56650" y="24939"/>
                  </a:cubicBezTo>
                  <a:cubicBezTo>
                    <a:pt x="58339" y="24939"/>
                    <a:pt x="60025" y="24934"/>
                    <a:pt x="61711" y="24923"/>
                  </a:cubicBezTo>
                  <a:cubicBezTo>
                    <a:pt x="62280" y="24923"/>
                    <a:pt x="62407" y="25113"/>
                    <a:pt x="62407" y="25640"/>
                  </a:cubicBezTo>
                  <a:cubicBezTo>
                    <a:pt x="62385" y="27073"/>
                    <a:pt x="62407" y="28485"/>
                    <a:pt x="62407" y="29918"/>
                  </a:cubicBezTo>
                  <a:cubicBezTo>
                    <a:pt x="62407" y="30382"/>
                    <a:pt x="62343" y="30761"/>
                    <a:pt x="63039" y="30761"/>
                  </a:cubicBezTo>
                  <a:cubicBezTo>
                    <a:pt x="63798" y="30761"/>
                    <a:pt x="63734" y="30361"/>
                    <a:pt x="63734" y="29897"/>
                  </a:cubicBezTo>
                  <a:cubicBezTo>
                    <a:pt x="63713" y="28464"/>
                    <a:pt x="63734" y="27031"/>
                    <a:pt x="63713" y="25598"/>
                  </a:cubicBezTo>
                  <a:cubicBezTo>
                    <a:pt x="63713" y="25113"/>
                    <a:pt x="63819" y="24923"/>
                    <a:pt x="64367" y="24923"/>
                  </a:cubicBezTo>
                  <a:cubicBezTo>
                    <a:pt x="66348" y="24934"/>
                    <a:pt x="68324" y="24939"/>
                    <a:pt x="70300" y="24939"/>
                  </a:cubicBezTo>
                  <a:cubicBezTo>
                    <a:pt x="72275" y="24939"/>
                    <a:pt x="74251" y="24934"/>
                    <a:pt x="76232" y="24923"/>
                  </a:cubicBezTo>
                  <a:cubicBezTo>
                    <a:pt x="76801" y="24923"/>
                    <a:pt x="76928" y="25113"/>
                    <a:pt x="76907" y="25640"/>
                  </a:cubicBezTo>
                  <a:cubicBezTo>
                    <a:pt x="76886" y="27052"/>
                    <a:pt x="76907" y="28443"/>
                    <a:pt x="76907" y="29855"/>
                  </a:cubicBezTo>
                  <a:cubicBezTo>
                    <a:pt x="76907" y="30298"/>
                    <a:pt x="76780" y="30740"/>
                    <a:pt x="77560" y="30761"/>
                  </a:cubicBezTo>
                  <a:cubicBezTo>
                    <a:pt x="77578" y="30762"/>
                    <a:pt x="77594" y="30762"/>
                    <a:pt x="77611" y="30762"/>
                  </a:cubicBezTo>
                  <a:cubicBezTo>
                    <a:pt x="78375" y="30762"/>
                    <a:pt x="78214" y="30288"/>
                    <a:pt x="78214" y="29834"/>
                  </a:cubicBezTo>
                  <a:cubicBezTo>
                    <a:pt x="78214" y="28422"/>
                    <a:pt x="78256" y="27010"/>
                    <a:pt x="78214" y="25619"/>
                  </a:cubicBezTo>
                  <a:cubicBezTo>
                    <a:pt x="78214" y="25113"/>
                    <a:pt x="78340" y="24923"/>
                    <a:pt x="78888" y="24923"/>
                  </a:cubicBezTo>
                  <a:cubicBezTo>
                    <a:pt x="80490" y="24934"/>
                    <a:pt x="82092" y="24939"/>
                    <a:pt x="83693" y="24939"/>
                  </a:cubicBezTo>
                  <a:cubicBezTo>
                    <a:pt x="85295" y="24939"/>
                    <a:pt x="86897" y="24934"/>
                    <a:pt x="88499" y="24923"/>
                  </a:cubicBezTo>
                  <a:cubicBezTo>
                    <a:pt x="89068" y="24923"/>
                    <a:pt x="89173" y="25113"/>
                    <a:pt x="89173" y="25640"/>
                  </a:cubicBezTo>
                  <a:cubicBezTo>
                    <a:pt x="89152" y="27094"/>
                    <a:pt x="89173" y="28548"/>
                    <a:pt x="89152" y="29982"/>
                  </a:cubicBezTo>
                  <a:cubicBezTo>
                    <a:pt x="89152" y="30466"/>
                    <a:pt x="89194" y="30761"/>
                    <a:pt x="89805" y="30761"/>
                  </a:cubicBezTo>
                  <a:cubicBezTo>
                    <a:pt x="90396" y="30740"/>
                    <a:pt x="90480" y="30551"/>
                    <a:pt x="90480" y="30024"/>
                  </a:cubicBezTo>
                  <a:cubicBezTo>
                    <a:pt x="90480" y="28527"/>
                    <a:pt x="90501" y="27031"/>
                    <a:pt x="90480" y="25534"/>
                  </a:cubicBezTo>
                  <a:cubicBezTo>
                    <a:pt x="90459" y="25092"/>
                    <a:pt x="90585" y="24923"/>
                    <a:pt x="91070" y="24923"/>
                  </a:cubicBezTo>
                  <a:cubicBezTo>
                    <a:pt x="93062" y="24934"/>
                    <a:pt x="95059" y="24939"/>
                    <a:pt x="97056" y="24939"/>
                  </a:cubicBezTo>
                  <a:cubicBezTo>
                    <a:pt x="99053" y="24939"/>
                    <a:pt x="101050" y="24934"/>
                    <a:pt x="103041" y="24923"/>
                  </a:cubicBezTo>
                  <a:cubicBezTo>
                    <a:pt x="103568" y="24923"/>
                    <a:pt x="103674" y="25113"/>
                    <a:pt x="103674" y="25577"/>
                  </a:cubicBezTo>
                  <a:cubicBezTo>
                    <a:pt x="103652" y="27052"/>
                    <a:pt x="103674" y="28527"/>
                    <a:pt x="103652" y="29982"/>
                  </a:cubicBezTo>
                  <a:cubicBezTo>
                    <a:pt x="103631" y="30466"/>
                    <a:pt x="103674" y="30761"/>
                    <a:pt x="104306" y="30761"/>
                  </a:cubicBezTo>
                  <a:cubicBezTo>
                    <a:pt x="104875" y="30740"/>
                    <a:pt x="104980" y="30551"/>
                    <a:pt x="104980" y="30024"/>
                  </a:cubicBezTo>
                  <a:cubicBezTo>
                    <a:pt x="104959" y="28527"/>
                    <a:pt x="104980" y="27031"/>
                    <a:pt x="104959" y="25534"/>
                  </a:cubicBezTo>
                  <a:cubicBezTo>
                    <a:pt x="104959" y="25092"/>
                    <a:pt x="105086" y="24923"/>
                    <a:pt x="105549" y="24923"/>
                  </a:cubicBezTo>
                  <a:cubicBezTo>
                    <a:pt x="107193" y="24934"/>
                    <a:pt x="108837" y="24939"/>
                    <a:pt x="110484" y="24939"/>
                  </a:cubicBezTo>
                  <a:cubicBezTo>
                    <a:pt x="112130" y="24939"/>
                    <a:pt x="113780" y="24934"/>
                    <a:pt x="115434" y="24923"/>
                  </a:cubicBezTo>
                  <a:cubicBezTo>
                    <a:pt x="115940" y="24923"/>
                    <a:pt x="116045" y="25113"/>
                    <a:pt x="116045" y="25577"/>
                  </a:cubicBezTo>
                  <a:cubicBezTo>
                    <a:pt x="116024" y="27052"/>
                    <a:pt x="116045" y="28527"/>
                    <a:pt x="116024" y="29982"/>
                  </a:cubicBezTo>
                  <a:cubicBezTo>
                    <a:pt x="116024" y="30466"/>
                    <a:pt x="116066" y="30761"/>
                    <a:pt x="116678" y="30761"/>
                  </a:cubicBezTo>
                  <a:cubicBezTo>
                    <a:pt x="117268" y="30740"/>
                    <a:pt x="117373" y="30551"/>
                    <a:pt x="117373" y="30024"/>
                  </a:cubicBezTo>
                  <a:cubicBezTo>
                    <a:pt x="117352" y="28527"/>
                    <a:pt x="117373" y="27031"/>
                    <a:pt x="117352" y="25534"/>
                  </a:cubicBezTo>
                  <a:cubicBezTo>
                    <a:pt x="117331" y="25092"/>
                    <a:pt x="117457" y="24923"/>
                    <a:pt x="117942" y="24923"/>
                  </a:cubicBezTo>
                  <a:cubicBezTo>
                    <a:pt x="119544" y="24944"/>
                    <a:pt x="121146" y="24944"/>
                    <a:pt x="122747" y="24944"/>
                  </a:cubicBezTo>
                  <a:lnTo>
                    <a:pt x="122747" y="23469"/>
                  </a:lnTo>
                  <a:cubicBezTo>
                    <a:pt x="121947" y="23480"/>
                    <a:pt x="121146" y="23480"/>
                    <a:pt x="120345" y="23480"/>
                  </a:cubicBezTo>
                  <a:cubicBezTo>
                    <a:pt x="119544" y="23480"/>
                    <a:pt x="118743" y="23480"/>
                    <a:pt x="117942" y="23490"/>
                  </a:cubicBezTo>
                  <a:cubicBezTo>
                    <a:pt x="117917" y="23491"/>
                    <a:pt x="117892" y="23492"/>
                    <a:pt x="117869" y="23492"/>
                  </a:cubicBezTo>
                  <a:cubicBezTo>
                    <a:pt x="117465" y="23492"/>
                    <a:pt x="117352" y="23318"/>
                    <a:pt x="117352" y="22900"/>
                  </a:cubicBezTo>
                  <a:cubicBezTo>
                    <a:pt x="117373" y="20961"/>
                    <a:pt x="117373" y="19022"/>
                    <a:pt x="117352" y="17104"/>
                  </a:cubicBezTo>
                  <a:cubicBezTo>
                    <a:pt x="117331" y="16640"/>
                    <a:pt x="117478" y="16493"/>
                    <a:pt x="117942" y="16493"/>
                  </a:cubicBezTo>
                  <a:cubicBezTo>
                    <a:pt x="119544" y="16514"/>
                    <a:pt x="121146" y="16514"/>
                    <a:pt x="122747" y="16514"/>
                  </a:cubicBezTo>
                  <a:lnTo>
                    <a:pt x="122747" y="15039"/>
                  </a:lnTo>
                  <a:cubicBezTo>
                    <a:pt x="121146" y="15039"/>
                    <a:pt x="119544" y="15039"/>
                    <a:pt x="117942" y="15060"/>
                  </a:cubicBezTo>
                  <a:cubicBezTo>
                    <a:pt x="117542" y="15060"/>
                    <a:pt x="117352" y="14975"/>
                    <a:pt x="117352" y="14512"/>
                  </a:cubicBezTo>
                  <a:cubicBezTo>
                    <a:pt x="117373" y="12362"/>
                    <a:pt x="117373" y="10212"/>
                    <a:pt x="117352" y="8063"/>
                  </a:cubicBezTo>
                  <a:cubicBezTo>
                    <a:pt x="117352" y="7620"/>
                    <a:pt x="117542" y="7536"/>
                    <a:pt x="117942" y="7536"/>
                  </a:cubicBezTo>
                  <a:cubicBezTo>
                    <a:pt x="119544" y="7557"/>
                    <a:pt x="121146" y="7557"/>
                    <a:pt x="122747" y="7557"/>
                  </a:cubicBezTo>
                  <a:lnTo>
                    <a:pt x="122747" y="6102"/>
                  </a:lnTo>
                  <a:cubicBezTo>
                    <a:pt x="121947" y="6102"/>
                    <a:pt x="121146" y="6097"/>
                    <a:pt x="120345" y="6097"/>
                  </a:cubicBezTo>
                  <a:cubicBezTo>
                    <a:pt x="119544" y="6097"/>
                    <a:pt x="118743" y="6102"/>
                    <a:pt x="117942" y="6124"/>
                  </a:cubicBezTo>
                  <a:cubicBezTo>
                    <a:pt x="117478" y="6124"/>
                    <a:pt x="117352" y="5955"/>
                    <a:pt x="117352" y="5512"/>
                  </a:cubicBezTo>
                  <a:lnTo>
                    <a:pt x="117352" y="180"/>
                  </a:lnTo>
                  <a:cubicBezTo>
                    <a:pt x="117141" y="75"/>
                    <a:pt x="116915" y="22"/>
                    <a:pt x="116688" y="22"/>
                  </a:cubicBezTo>
                  <a:cubicBezTo>
                    <a:pt x="116461" y="22"/>
                    <a:pt x="116235" y="75"/>
                    <a:pt x="116024" y="180"/>
                  </a:cubicBezTo>
                  <a:cubicBezTo>
                    <a:pt x="116045" y="1929"/>
                    <a:pt x="116024" y="3679"/>
                    <a:pt x="116045" y="5428"/>
                  </a:cubicBezTo>
                  <a:cubicBezTo>
                    <a:pt x="116045" y="5934"/>
                    <a:pt x="115940" y="6124"/>
                    <a:pt x="115392" y="6124"/>
                  </a:cubicBezTo>
                  <a:cubicBezTo>
                    <a:pt x="113758" y="6113"/>
                    <a:pt x="112125" y="6108"/>
                    <a:pt x="110494" y="6108"/>
                  </a:cubicBezTo>
                  <a:cubicBezTo>
                    <a:pt x="108864" y="6108"/>
                    <a:pt x="107235" y="6113"/>
                    <a:pt x="105613" y="6124"/>
                  </a:cubicBezTo>
                  <a:cubicBezTo>
                    <a:pt x="105065" y="6124"/>
                    <a:pt x="104959" y="5934"/>
                    <a:pt x="104959" y="5428"/>
                  </a:cubicBezTo>
                  <a:cubicBezTo>
                    <a:pt x="104959" y="3679"/>
                    <a:pt x="104959" y="1929"/>
                    <a:pt x="104959" y="180"/>
                  </a:cubicBezTo>
                  <a:cubicBezTo>
                    <a:pt x="104759" y="75"/>
                    <a:pt x="104532" y="22"/>
                    <a:pt x="104306" y="22"/>
                  </a:cubicBezTo>
                  <a:cubicBezTo>
                    <a:pt x="104079" y="22"/>
                    <a:pt x="103853" y="75"/>
                    <a:pt x="103652" y="180"/>
                  </a:cubicBezTo>
                  <a:cubicBezTo>
                    <a:pt x="103652" y="1929"/>
                    <a:pt x="103631" y="3679"/>
                    <a:pt x="103652" y="5428"/>
                  </a:cubicBezTo>
                  <a:cubicBezTo>
                    <a:pt x="103652" y="5934"/>
                    <a:pt x="103547" y="6124"/>
                    <a:pt x="102999" y="6124"/>
                  </a:cubicBezTo>
                  <a:cubicBezTo>
                    <a:pt x="101018" y="6113"/>
                    <a:pt x="99037" y="6108"/>
                    <a:pt x="97056" y="6108"/>
                  </a:cubicBezTo>
                  <a:cubicBezTo>
                    <a:pt x="95074" y="6108"/>
                    <a:pt x="93093" y="6113"/>
                    <a:pt x="91112" y="6124"/>
                  </a:cubicBezTo>
                  <a:cubicBezTo>
                    <a:pt x="90564" y="6124"/>
                    <a:pt x="90459" y="5934"/>
                    <a:pt x="90459" y="5428"/>
                  </a:cubicBezTo>
                  <a:cubicBezTo>
                    <a:pt x="90459" y="3679"/>
                    <a:pt x="90459" y="1929"/>
                    <a:pt x="90459" y="180"/>
                  </a:cubicBezTo>
                  <a:cubicBezTo>
                    <a:pt x="90259" y="75"/>
                    <a:pt x="90037" y="22"/>
                    <a:pt x="89813" y="22"/>
                  </a:cubicBezTo>
                  <a:cubicBezTo>
                    <a:pt x="89589" y="22"/>
                    <a:pt x="89363" y="75"/>
                    <a:pt x="89152" y="180"/>
                  </a:cubicBezTo>
                  <a:cubicBezTo>
                    <a:pt x="89152" y="1929"/>
                    <a:pt x="89131" y="3679"/>
                    <a:pt x="89236" y="5428"/>
                  </a:cubicBezTo>
                  <a:cubicBezTo>
                    <a:pt x="89236" y="5913"/>
                    <a:pt x="89131" y="6102"/>
                    <a:pt x="88583" y="6102"/>
                  </a:cubicBezTo>
                  <a:cubicBezTo>
                    <a:pt x="86971" y="6092"/>
                    <a:pt x="85358" y="6087"/>
                    <a:pt x="83749" y="6087"/>
                  </a:cubicBezTo>
                  <a:cubicBezTo>
                    <a:pt x="82139" y="6087"/>
                    <a:pt x="80532" y="6092"/>
                    <a:pt x="78930" y="6102"/>
                  </a:cubicBezTo>
                  <a:cubicBezTo>
                    <a:pt x="78382" y="6102"/>
                    <a:pt x="78277" y="5913"/>
                    <a:pt x="78277" y="5428"/>
                  </a:cubicBezTo>
                  <a:lnTo>
                    <a:pt x="78277" y="159"/>
                  </a:lnTo>
                  <a:cubicBezTo>
                    <a:pt x="78066" y="54"/>
                    <a:pt x="77839" y="1"/>
                    <a:pt x="77613" y="1"/>
                  </a:cubicBezTo>
                  <a:cubicBezTo>
                    <a:pt x="77386" y="1"/>
                    <a:pt x="77160" y="54"/>
                    <a:pt x="76949" y="159"/>
                  </a:cubicBezTo>
                  <a:cubicBezTo>
                    <a:pt x="76949" y="1908"/>
                    <a:pt x="76928" y="3679"/>
                    <a:pt x="76949" y="5428"/>
                  </a:cubicBezTo>
                  <a:cubicBezTo>
                    <a:pt x="76970" y="5913"/>
                    <a:pt x="76844" y="6102"/>
                    <a:pt x="76296" y="6102"/>
                  </a:cubicBezTo>
                  <a:cubicBezTo>
                    <a:pt x="74315" y="6092"/>
                    <a:pt x="72333" y="6087"/>
                    <a:pt x="70352" y="6087"/>
                  </a:cubicBezTo>
                  <a:cubicBezTo>
                    <a:pt x="68371" y="6087"/>
                    <a:pt x="66390" y="6092"/>
                    <a:pt x="64409" y="6102"/>
                  </a:cubicBezTo>
                  <a:cubicBezTo>
                    <a:pt x="63861" y="6102"/>
                    <a:pt x="63755" y="5913"/>
                    <a:pt x="63755" y="5428"/>
                  </a:cubicBezTo>
                  <a:cubicBezTo>
                    <a:pt x="63776" y="3679"/>
                    <a:pt x="63776" y="1908"/>
                    <a:pt x="63776" y="159"/>
                  </a:cubicBezTo>
                  <a:cubicBezTo>
                    <a:pt x="63566" y="54"/>
                    <a:pt x="63339" y="1"/>
                    <a:pt x="63113" y="1"/>
                  </a:cubicBezTo>
                  <a:cubicBezTo>
                    <a:pt x="62886" y="1"/>
                    <a:pt x="62659" y="54"/>
                    <a:pt x="62449" y="159"/>
                  </a:cubicBezTo>
                  <a:cubicBezTo>
                    <a:pt x="62449" y="1908"/>
                    <a:pt x="62428" y="3658"/>
                    <a:pt x="62449" y="5428"/>
                  </a:cubicBezTo>
                  <a:cubicBezTo>
                    <a:pt x="62470" y="5913"/>
                    <a:pt x="62364" y="6102"/>
                    <a:pt x="61816" y="6102"/>
                  </a:cubicBezTo>
                  <a:cubicBezTo>
                    <a:pt x="60120" y="6092"/>
                    <a:pt x="58423" y="6087"/>
                    <a:pt x="56726" y="6087"/>
                  </a:cubicBezTo>
                  <a:cubicBezTo>
                    <a:pt x="55030" y="6087"/>
                    <a:pt x="53333" y="6092"/>
                    <a:pt x="51637" y="6102"/>
                  </a:cubicBezTo>
                  <a:cubicBezTo>
                    <a:pt x="51089" y="6102"/>
                    <a:pt x="50983" y="5913"/>
                    <a:pt x="50983" y="5428"/>
                  </a:cubicBezTo>
                  <a:cubicBezTo>
                    <a:pt x="50983" y="3679"/>
                    <a:pt x="50983" y="1908"/>
                    <a:pt x="50983" y="159"/>
                  </a:cubicBezTo>
                  <a:cubicBezTo>
                    <a:pt x="50783" y="54"/>
                    <a:pt x="50556" y="1"/>
                    <a:pt x="50330" y="1"/>
                  </a:cubicBezTo>
                  <a:cubicBezTo>
                    <a:pt x="50103" y="1"/>
                    <a:pt x="49877" y="54"/>
                    <a:pt x="49677" y="159"/>
                  </a:cubicBezTo>
                  <a:cubicBezTo>
                    <a:pt x="49677" y="1908"/>
                    <a:pt x="49655" y="3679"/>
                    <a:pt x="49677" y="5428"/>
                  </a:cubicBezTo>
                  <a:cubicBezTo>
                    <a:pt x="49677" y="5913"/>
                    <a:pt x="49571" y="6102"/>
                    <a:pt x="49023" y="6102"/>
                  </a:cubicBezTo>
                  <a:cubicBezTo>
                    <a:pt x="47021" y="6092"/>
                    <a:pt x="45019" y="6087"/>
                    <a:pt x="43014" y="6087"/>
                  </a:cubicBezTo>
                  <a:cubicBezTo>
                    <a:pt x="41009" y="6087"/>
                    <a:pt x="39001" y="6092"/>
                    <a:pt x="36989" y="6102"/>
                  </a:cubicBezTo>
                  <a:cubicBezTo>
                    <a:pt x="36441" y="6102"/>
                    <a:pt x="36356" y="5913"/>
                    <a:pt x="36356" y="5428"/>
                  </a:cubicBezTo>
                  <a:lnTo>
                    <a:pt x="36356" y="159"/>
                  </a:lnTo>
                  <a:cubicBezTo>
                    <a:pt x="36146" y="54"/>
                    <a:pt x="35919" y="1"/>
                    <a:pt x="35693" y="1"/>
                  </a:cubicBezTo>
                  <a:cubicBezTo>
                    <a:pt x="35466" y="1"/>
                    <a:pt x="35239" y="54"/>
                    <a:pt x="35029" y="159"/>
                  </a:cubicBezTo>
                  <a:cubicBezTo>
                    <a:pt x="35029" y="1908"/>
                    <a:pt x="35008" y="3679"/>
                    <a:pt x="35029" y="5428"/>
                  </a:cubicBezTo>
                  <a:cubicBezTo>
                    <a:pt x="35029" y="5913"/>
                    <a:pt x="34923" y="6102"/>
                    <a:pt x="34375" y="6102"/>
                  </a:cubicBezTo>
                  <a:cubicBezTo>
                    <a:pt x="32795" y="6092"/>
                    <a:pt x="31209" y="6087"/>
                    <a:pt x="29620" y="6087"/>
                  </a:cubicBezTo>
                  <a:cubicBezTo>
                    <a:pt x="28031" y="6087"/>
                    <a:pt x="26440" y="6092"/>
                    <a:pt x="24849" y="6102"/>
                  </a:cubicBezTo>
                  <a:cubicBezTo>
                    <a:pt x="24301" y="6102"/>
                    <a:pt x="24196" y="5913"/>
                    <a:pt x="24196" y="5428"/>
                  </a:cubicBezTo>
                  <a:lnTo>
                    <a:pt x="24196" y="159"/>
                  </a:lnTo>
                  <a:cubicBezTo>
                    <a:pt x="23995" y="54"/>
                    <a:pt x="23774" y="1"/>
                    <a:pt x="23550" y="1"/>
                  </a:cubicBezTo>
                  <a:cubicBezTo>
                    <a:pt x="23326" y="1"/>
                    <a:pt x="23100" y="54"/>
                    <a:pt x="22889" y="159"/>
                  </a:cubicBezTo>
                  <a:cubicBezTo>
                    <a:pt x="22889" y="1950"/>
                    <a:pt x="22868" y="3721"/>
                    <a:pt x="22889" y="5491"/>
                  </a:cubicBezTo>
                  <a:cubicBezTo>
                    <a:pt x="22889" y="5955"/>
                    <a:pt x="22741" y="6102"/>
                    <a:pt x="22278" y="6102"/>
                  </a:cubicBezTo>
                  <a:cubicBezTo>
                    <a:pt x="20265" y="6092"/>
                    <a:pt x="18247" y="6087"/>
                    <a:pt x="16226" y="6087"/>
                  </a:cubicBezTo>
                  <a:cubicBezTo>
                    <a:pt x="14205" y="6087"/>
                    <a:pt x="12182" y="6092"/>
                    <a:pt x="10159" y="6102"/>
                  </a:cubicBezTo>
                  <a:cubicBezTo>
                    <a:pt x="9695" y="6102"/>
                    <a:pt x="9569" y="5955"/>
                    <a:pt x="9569" y="5491"/>
                  </a:cubicBezTo>
                  <a:cubicBezTo>
                    <a:pt x="9569" y="3721"/>
                    <a:pt x="9569" y="1950"/>
                    <a:pt x="9569" y="159"/>
                  </a:cubicBezTo>
                  <a:cubicBezTo>
                    <a:pt x="9379" y="54"/>
                    <a:pt x="9173" y="1"/>
                    <a:pt x="8968" y="1"/>
                  </a:cubicBezTo>
                  <a:close/>
                </a:path>
              </a:pathLst>
            </a:custGeom>
            <a:solidFill>
              <a:srgbClr val="0B6374"/>
            </a:solidFill>
            <a:ln cap="flat" cmpd="sng" w="9525">
              <a:solidFill>
                <a:srgbClr val="0B637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 name="Google Shape;116;g3f8d4e882d8_0_2"/>
          <p:cNvGrpSpPr/>
          <p:nvPr/>
        </p:nvGrpSpPr>
        <p:grpSpPr>
          <a:xfrm rot="2065613">
            <a:off x="8269275" y="3635540"/>
            <a:ext cx="1653875" cy="539976"/>
            <a:chOff x="2564525" y="5223525"/>
            <a:chExt cx="2556110" cy="834547"/>
          </a:xfrm>
        </p:grpSpPr>
        <p:sp>
          <p:nvSpPr>
            <p:cNvPr id="117" name="Google Shape;117;g3f8d4e882d8_0_2"/>
            <p:cNvSpPr/>
            <p:nvPr/>
          </p:nvSpPr>
          <p:spPr>
            <a:xfrm>
              <a:off x="2564525" y="5223525"/>
              <a:ext cx="2556110" cy="834547"/>
            </a:xfrm>
            <a:custGeom>
              <a:rect b="b" l="l" r="r" t="t"/>
              <a:pathLst>
                <a:path extrusionOk="0" h="44838" w="137333">
                  <a:moveTo>
                    <a:pt x="132358" y="3182"/>
                  </a:moveTo>
                  <a:lnTo>
                    <a:pt x="129681" y="5395"/>
                  </a:lnTo>
                  <a:cubicBezTo>
                    <a:pt x="128986" y="5986"/>
                    <a:pt x="128290" y="6555"/>
                    <a:pt x="127595" y="7124"/>
                  </a:cubicBezTo>
                  <a:cubicBezTo>
                    <a:pt x="127258" y="7398"/>
                    <a:pt x="127300" y="7566"/>
                    <a:pt x="127637" y="7798"/>
                  </a:cubicBezTo>
                  <a:cubicBezTo>
                    <a:pt x="129155" y="8810"/>
                    <a:pt x="130651" y="9864"/>
                    <a:pt x="132168" y="10875"/>
                  </a:cubicBezTo>
                  <a:cubicBezTo>
                    <a:pt x="132632" y="11170"/>
                    <a:pt x="132716" y="11339"/>
                    <a:pt x="132211" y="11718"/>
                  </a:cubicBezTo>
                  <a:cubicBezTo>
                    <a:pt x="130841" y="12793"/>
                    <a:pt x="129492" y="13910"/>
                    <a:pt x="128143" y="15048"/>
                  </a:cubicBezTo>
                  <a:cubicBezTo>
                    <a:pt x="127532" y="15554"/>
                    <a:pt x="127553" y="15554"/>
                    <a:pt x="128185" y="15997"/>
                  </a:cubicBezTo>
                  <a:lnTo>
                    <a:pt x="132463" y="18905"/>
                  </a:lnTo>
                  <a:cubicBezTo>
                    <a:pt x="133075" y="19327"/>
                    <a:pt x="133075" y="19369"/>
                    <a:pt x="132506" y="19854"/>
                  </a:cubicBezTo>
                  <a:cubicBezTo>
                    <a:pt x="131157" y="20971"/>
                    <a:pt x="129766" y="22109"/>
                    <a:pt x="128396" y="23226"/>
                  </a:cubicBezTo>
                  <a:cubicBezTo>
                    <a:pt x="128248" y="23352"/>
                    <a:pt x="128122" y="23500"/>
                    <a:pt x="127932" y="23668"/>
                  </a:cubicBezTo>
                  <a:cubicBezTo>
                    <a:pt x="129618" y="24806"/>
                    <a:pt x="131262" y="25945"/>
                    <a:pt x="132927" y="27040"/>
                  </a:cubicBezTo>
                  <a:cubicBezTo>
                    <a:pt x="133370" y="27336"/>
                    <a:pt x="133517" y="27462"/>
                    <a:pt x="132990" y="27884"/>
                  </a:cubicBezTo>
                  <a:cubicBezTo>
                    <a:pt x="131515" y="29022"/>
                    <a:pt x="130103" y="30244"/>
                    <a:pt x="128649" y="31403"/>
                  </a:cubicBezTo>
                  <a:cubicBezTo>
                    <a:pt x="128290" y="31698"/>
                    <a:pt x="128438" y="31825"/>
                    <a:pt x="128733" y="32014"/>
                  </a:cubicBezTo>
                  <a:cubicBezTo>
                    <a:pt x="130229" y="33026"/>
                    <a:pt x="131726" y="34017"/>
                    <a:pt x="133201" y="35028"/>
                  </a:cubicBezTo>
                  <a:cubicBezTo>
                    <a:pt x="133391" y="35176"/>
                    <a:pt x="133644" y="35239"/>
                    <a:pt x="133770" y="35534"/>
                  </a:cubicBezTo>
                  <a:cubicBezTo>
                    <a:pt x="132737" y="35597"/>
                    <a:pt x="131747" y="35618"/>
                    <a:pt x="130756" y="35661"/>
                  </a:cubicBezTo>
                  <a:cubicBezTo>
                    <a:pt x="128269" y="35808"/>
                    <a:pt x="125761" y="35850"/>
                    <a:pt x="123274" y="35998"/>
                  </a:cubicBezTo>
                  <a:cubicBezTo>
                    <a:pt x="122410" y="36040"/>
                    <a:pt x="121567" y="36082"/>
                    <a:pt x="120703" y="36082"/>
                  </a:cubicBezTo>
                  <a:cubicBezTo>
                    <a:pt x="117816" y="36272"/>
                    <a:pt x="114886" y="36398"/>
                    <a:pt x="111999" y="36525"/>
                  </a:cubicBezTo>
                  <a:cubicBezTo>
                    <a:pt x="110017" y="36588"/>
                    <a:pt x="108057" y="36756"/>
                    <a:pt x="106097" y="36756"/>
                  </a:cubicBezTo>
                  <a:cubicBezTo>
                    <a:pt x="105971" y="36862"/>
                    <a:pt x="105802" y="36883"/>
                    <a:pt x="105655" y="36883"/>
                  </a:cubicBezTo>
                  <a:cubicBezTo>
                    <a:pt x="103210" y="36967"/>
                    <a:pt x="100765" y="37052"/>
                    <a:pt x="98341" y="37157"/>
                  </a:cubicBezTo>
                  <a:cubicBezTo>
                    <a:pt x="96065" y="37262"/>
                    <a:pt x="93810" y="37410"/>
                    <a:pt x="91491" y="37515"/>
                  </a:cubicBezTo>
                  <a:cubicBezTo>
                    <a:pt x="89173" y="37621"/>
                    <a:pt x="86855" y="37684"/>
                    <a:pt x="84536" y="37831"/>
                  </a:cubicBezTo>
                  <a:cubicBezTo>
                    <a:pt x="81965" y="37979"/>
                    <a:pt x="79415" y="38148"/>
                    <a:pt x="76865" y="38211"/>
                  </a:cubicBezTo>
                  <a:lnTo>
                    <a:pt x="76865" y="38190"/>
                  </a:lnTo>
                  <a:cubicBezTo>
                    <a:pt x="74083" y="38379"/>
                    <a:pt x="71322" y="38506"/>
                    <a:pt x="68540" y="38590"/>
                  </a:cubicBezTo>
                  <a:cubicBezTo>
                    <a:pt x="67022" y="38632"/>
                    <a:pt x="65484" y="38738"/>
                    <a:pt x="63966" y="38801"/>
                  </a:cubicBezTo>
                  <a:cubicBezTo>
                    <a:pt x="61774" y="38948"/>
                    <a:pt x="59582" y="39012"/>
                    <a:pt x="57411" y="39117"/>
                  </a:cubicBezTo>
                  <a:cubicBezTo>
                    <a:pt x="54714" y="39243"/>
                    <a:pt x="52037" y="39412"/>
                    <a:pt x="49339" y="39475"/>
                  </a:cubicBezTo>
                  <a:cubicBezTo>
                    <a:pt x="46452" y="39686"/>
                    <a:pt x="43564" y="39791"/>
                    <a:pt x="40677" y="39897"/>
                  </a:cubicBezTo>
                  <a:cubicBezTo>
                    <a:pt x="38851" y="39992"/>
                    <a:pt x="37024" y="40156"/>
                    <a:pt x="35183" y="40156"/>
                  </a:cubicBezTo>
                  <a:cubicBezTo>
                    <a:pt x="34984" y="40156"/>
                    <a:pt x="34785" y="40154"/>
                    <a:pt x="34586" y="40150"/>
                  </a:cubicBezTo>
                  <a:cubicBezTo>
                    <a:pt x="34453" y="40259"/>
                    <a:pt x="34312" y="40277"/>
                    <a:pt x="34165" y="40277"/>
                  </a:cubicBezTo>
                  <a:cubicBezTo>
                    <a:pt x="34090" y="40277"/>
                    <a:pt x="34013" y="40272"/>
                    <a:pt x="33934" y="40272"/>
                  </a:cubicBezTo>
                  <a:cubicBezTo>
                    <a:pt x="33899" y="40272"/>
                    <a:pt x="33863" y="40273"/>
                    <a:pt x="33827" y="40276"/>
                  </a:cubicBezTo>
                  <a:cubicBezTo>
                    <a:pt x="31593" y="40360"/>
                    <a:pt x="29338" y="40445"/>
                    <a:pt x="27083" y="40571"/>
                  </a:cubicBezTo>
                  <a:cubicBezTo>
                    <a:pt x="24975" y="40656"/>
                    <a:pt x="22868" y="40803"/>
                    <a:pt x="20760" y="40930"/>
                  </a:cubicBezTo>
                  <a:cubicBezTo>
                    <a:pt x="20669" y="40937"/>
                    <a:pt x="20580" y="40939"/>
                    <a:pt x="20491" y="40939"/>
                  </a:cubicBezTo>
                  <a:cubicBezTo>
                    <a:pt x="20315" y="40939"/>
                    <a:pt x="20142" y="40930"/>
                    <a:pt x="19959" y="40930"/>
                  </a:cubicBezTo>
                  <a:lnTo>
                    <a:pt x="5290" y="41667"/>
                  </a:lnTo>
                  <a:cubicBezTo>
                    <a:pt x="5269" y="41604"/>
                    <a:pt x="5269" y="41541"/>
                    <a:pt x="5248" y="41499"/>
                  </a:cubicBezTo>
                  <a:cubicBezTo>
                    <a:pt x="5944" y="40740"/>
                    <a:pt x="6787" y="40171"/>
                    <a:pt x="7545" y="39517"/>
                  </a:cubicBezTo>
                  <a:cubicBezTo>
                    <a:pt x="8262" y="38885"/>
                    <a:pt x="8978" y="38274"/>
                    <a:pt x="9716" y="37705"/>
                  </a:cubicBezTo>
                  <a:cubicBezTo>
                    <a:pt x="10138" y="37389"/>
                    <a:pt x="10011" y="37241"/>
                    <a:pt x="9653" y="37030"/>
                  </a:cubicBezTo>
                  <a:cubicBezTo>
                    <a:pt x="8135" y="36019"/>
                    <a:pt x="6639" y="34986"/>
                    <a:pt x="5100" y="33996"/>
                  </a:cubicBezTo>
                  <a:cubicBezTo>
                    <a:pt x="4637" y="33679"/>
                    <a:pt x="4616" y="33511"/>
                    <a:pt x="5079" y="33152"/>
                  </a:cubicBezTo>
                  <a:cubicBezTo>
                    <a:pt x="6513" y="32014"/>
                    <a:pt x="7883" y="30834"/>
                    <a:pt x="9295" y="29696"/>
                  </a:cubicBezTo>
                  <a:cubicBezTo>
                    <a:pt x="9653" y="29380"/>
                    <a:pt x="9695" y="29211"/>
                    <a:pt x="9252" y="28937"/>
                  </a:cubicBezTo>
                  <a:cubicBezTo>
                    <a:pt x="7735" y="27947"/>
                    <a:pt x="6260" y="26914"/>
                    <a:pt x="4784" y="25902"/>
                  </a:cubicBezTo>
                  <a:cubicBezTo>
                    <a:pt x="4574" y="25776"/>
                    <a:pt x="4384" y="25649"/>
                    <a:pt x="4152" y="25481"/>
                  </a:cubicBezTo>
                  <a:lnTo>
                    <a:pt x="8178" y="22172"/>
                  </a:lnTo>
                  <a:cubicBezTo>
                    <a:pt x="8367" y="22003"/>
                    <a:pt x="8557" y="21856"/>
                    <a:pt x="8747" y="21708"/>
                  </a:cubicBezTo>
                  <a:cubicBezTo>
                    <a:pt x="9316" y="21202"/>
                    <a:pt x="9316" y="21202"/>
                    <a:pt x="8641" y="20760"/>
                  </a:cubicBezTo>
                  <a:cubicBezTo>
                    <a:pt x="7187" y="19769"/>
                    <a:pt x="5754" y="18779"/>
                    <a:pt x="4278" y="17809"/>
                  </a:cubicBezTo>
                  <a:cubicBezTo>
                    <a:pt x="3857" y="17535"/>
                    <a:pt x="3815" y="17346"/>
                    <a:pt x="4236" y="17008"/>
                  </a:cubicBezTo>
                  <a:cubicBezTo>
                    <a:pt x="5691" y="15828"/>
                    <a:pt x="7124" y="14627"/>
                    <a:pt x="8557" y="13468"/>
                  </a:cubicBezTo>
                  <a:cubicBezTo>
                    <a:pt x="8894" y="13194"/>
                    <a:pt x="8852" y="13088"/>
                    <a:pt x="8536" y="12856"/>
                  </a:cubicBezTo>
                  <a:cubicBezTo>
                    <a:pt x="6850" y="11760"/>
                    <a:pt x="5227" y="10643"/>
                    <a:pt x="3435" y="9442"/>
                  </a:cubicBezTo>
                  <a:cubicBezTo>
                    <a:pt x="4321" y="9295"/>
                    <a:pt x="5079" y="9316"/>
                    <a:pt x="5817" y="9273"/>
                  </a:cubicBezTo>
                  <a:cubicBezTo>
                    <a:pt x="8157" y="9126"/>
                    <a:pt x="10517" y="9084"/>
                    <a:pt x="12856" y="8957"/>
                  </a:cubicBezTo>
                  <a:cubicBezTo>
                    <a:pt x="14664" y="8858"/>
                    <a:pt x="16471" y="8703"/>
                    <a:pt x="18295" y="8703"/>
                  </a:cubicBezTo>
                  <a:cubicBezTo>
                    <a:pt x="18407" y="8703"/>
                    <a:pt x="18519" y="8703"/>
                    <a:pt x="18631" y="8704"/>
                  </a:cubicBezTo>
                  <a:cubicBezTo>
                    <a:pt x="18737" y="8617"/>
                    <a:pt x="18857" y="8573"/>
                    <a:pt x="18979" y="8573"/>
                  </a:cubicBezTo>
                  <a:cubicBezTo>
                    <a:pt x="19004" y="8573"/>
                    <a:pt x="19028" y="8574"/>
                    <a:pt x="19053" y="8578"/>
                  </a:cubicBezTo>
                  <a:cubicBezTo>
                    <a:pt x="21540" y="8494"/>
                    <a:pt x="24048" y="8409"/>
                    <a:pt x="26535" y="8304"/>
                  </a:cubicBezTo>
                  <a:cubicBezTo>
                    <a:pt x="28642" y="8199"/>
                    <a:pt x="30750" y="8051"/>
                    <a:pt x="32858" y="7925"/>
                  </a:cubicBezTo>
                  <a:cubicBezTo>
                    <a:pt x="33005" y="7925"/>
                    <a:pt x="33132" y="7946"/>
                    <a:pt x="33258" y="7946"/>
                  </a:cubicBezTo>
                  <a:cubicBezTo>
                    <a:pt x="35408" y="7840"/>
                    <a:pt x="37537" y="7756"/>
                    <a:pt x="39686" y="7651"/>
                  </a:cubicBezTo>
                  <a:cubicBezTo>
                    <a:pt x="42068" y="7545"/>
                    <a:pt x="44471" y="7398"/>
                    <a:pt x="46831" y="7271"/>
                  </a:cubicBezTo>
                  <a:cubicBezTo>
                    <a:pt x="46937" y="7264"/>
                    <a:pt x="47040" y="7262"/>
                    <a:pt x="47142" y="7262"/>
                  </a:cubicBezTo>
                  <a:cubicBezTo>
                    <a:pt x="47346" y="7262"/>
                    <a:pt x="47548" y="7271"/>
                    <a:pt x="47759" y="7271"/>
                  </a:cubicBezTo>
                  <a:cubicBezTo>
                    <a:pt x="49993" y="7166"/>
                    <a:pt x="52206" y="7082"/>
                    <a:pt x="54440" y="6955"/>
                  </a:cubicBezTo>
                  <a:cubicBezTo>
                    <a:pt x="57095" y="6808"/>
                    <a:pt x="59730" y="6597"/>
                    <a:pt x="62385" y="6597"/>
                  </a:cubicBezTo>
                  <a:cubicBezTo>
                    <a:pt x="62533" y="6534"/>
                    <a:pt x="62701" y="6491"/>
                    <a:pt x="62891" y="6470"/>
                  </a:cubicBezTo>
                  <a:cubicBezTo>
                    <a:pt x="65462" y="6386"/>
                    <a:pt x="68055" y="6281"/>
                    <a:pt x="70626" y="6175"/>
                  </a:cubicBezTo>
                  <a:cubicBezTo>
                    <a:pt x="72186" y="6112"/>
                    <a:pt x="73724" y="6028"/>
                    <a:pt x="75284" y="5965"/>
                  </a:cubicBezTo>
                  <a:cubicBezTo>
                    <a:pt x="77518" y="5859"/>
                    <a:pt x="79731" y="5775"/>
                    <a:pt x="81965" y="5648"/>
                  </a:cubicBezTo>
                  <a:cubicBezTo>
                    <a:pt x="84621" y="5501"/>
                    <a:pt x="87255" y="5290"/>
                    <a:pt x="89911" y="5269"/>
                  </a:cubicBezTo>
                  <a:cubicBezTo>
                    <a:pt x="90058" y="5227"/>
                    <a:pt x="90227" y="5185"/>
                    <a:pt x="90417" y="5164"/>
                  </a:cubicBezTo>
                  <a:cubicBezTo>
                    <a:pt x="92882" y="5058"/>
                    <a:pt x="95348" y="4974"/>
                    <a:pt x="97814" y="4869"/>
                  </a:cubicBezTo>
                  <a:cubicBezTo>
                    <a:pt x="100006" y="4784"/>
                    <a:pt x="102177" y="4637"/>
                    <a:pt x="104369" y="4510"/>
                  </a:cubicBezTo>
                  <a:cubicBezTo>
                    <a:pt x="106708" y="4426"/>
                    <a:pt x="109069" y="4321"/>
                    <a:pt x="111429" y="4215"/>
                  </a:cubicBezTo>
                  <a:cubicBezTo>
                    <a:pt x="113600" y="4110"/>
                    <a:pt x="115771" y="3962"/>
                    <a:pt x="117963" y="3857"/>
                  </a:cubicBezTo>
                  <a:cubicBezTo>
                    <a:pt x="118083" y="3843"/>
                    <a:pt x="118200" y="3838"/>
                    <a:pt x="118316" y="3838"/>
                  </a:cubicBezTo>
                  <a:cubicBezTo>
                    <a:pt x="118549" y="3838"/>
                    <a:pt x="118778" y="3857"/>
                    <a:pt x="119017" y="3857"/>
                  </a:cubicBezTo>
                  <a:lnTo>
                    <a:pt x="132358" y="3182"/>
                  </a:lnTo>
                  <a:close/>
                  <a:moveTo>
                    <a:pt x="131831" y="0"/>
                  </a:moveTo>
                  <a:cubicBezTo>
                    <a:pt x="129787" y="253"/>
                    <a:pt x="127468" y="211"/>
                    <a:pt x="125150" y="337"/>
                  </a:cubicBezTo>
                  <a:cubicBezTo>
                    <a:pt x="123232" y="464"/>
                    <a:pt x="121314" y="506"/>
                    <a:pt x="119396" y="590"/>
                  </a:cubicBezTo>
                  <a:cubicBezTo>
                    <a:pt x="117647" y="674"/>
                    <a:pt x="115898" y="780"/>
                    <a:pt x="114148" y="864"/>
                  </a:cubicBezTo>
                  <a:cubicBezTo>
                    <a:pt x="112357" y="948"/>
                    <a:pt x="110565" y="1033"/>
                    <a:pt x="108774" y="1117"/>
                  </a:cubicBezTo>
                  <a:cubicBezTo>
                    <a:pt x="107004" y="1201"/>
                    <a:pt x="105212" y="1307"/>
                    <a:pt x="103421" y="1391"/>
                  </a:cubicBezTo>
                  <a:lnTo>
                    <a:pt x="97646" y="1644"/>
                  </a:lnTo>
                  <a:lnTo>
                    <a:pt x="91744" y="1918"/>
                  </a:lnTo>
                  <a:cubicBezTo>
                    <a:pt x="89995" y="2002"/>
                    <a:pt x="88267" y="2108"/>
                    <a:pt x="86518" y="2171"/>
                  </a:cubicBezTo>
                  <a:cubicBezTo>
                    <a:pt x="83757" y="2297"/>
                    <a:pt x="81017" y="2445"/>
                    <a:pt x="78256" y="2571"/>
                  </a:cubicBezTo>
                  <a:cubicBezTo>
                    <a:pt x="76527" y="2677"/>
                    <a:pt x="74820" y="2761"/>
                    <a:pt x="73092" y="2845"/>
                  </a:cubicBezTo>
                  <a:cubicBezTo>
                    <a:pt x="70289" y="2972"/>
                    <a:pt x="67486" y="3098"/>
                    <a:pt x="64704" y="3246"/>
                  </a:cubicBezTo>
                  <a:cubicBezTo>
                    <a:pt x="62975" y="3330"/>
                    <a:pt x="61247" y="3435"/>
                    <a:pt x="59519" y="3499"/>
                  </a:cubicBezTo>
                  <a:cubicBezTo>
                    <a:pt x="56674" y="3625"/>
                    <a:pt x="53807" y="3773"/>
                    <a:pt x="50941" y="3899"/>
                  </a:cubicBezTo>
                  <a:cubicBezTo>
                    <a:pt x="49150" y="4004"/>
                    <a:pt x="47358" y="4089"/>
                    <a:pt x="45567" y="4173"/>
                  </a:cubicBezTo>
                  <a:cubicBezTo>
                    <a:pt x="42700" y="4300"/>
                    <a:pt x="39813" y="4447"/>
                    <a:pt x="36925" y="4573"/>
                  </a:cubicBezTo>
                  <a:cubicBezTo>
                    <a:pt x="35197" y="4658"/>
                    <a:pt x="33469" y="4763"/>
                    <a:pt x="31762" y="4847"/>
                  </a:cubicBezTo>
                  <a:cubicBezTo>
                    <a:pt x="28769" y="4953"/>
                    <a:pt x="25818" y="5100"/>
                    <a:pt x="22847" y="5248"/>
                  </a:cubicBezTo>
                  <a:cubicBezTo>
                    <a:pt x="21160" y="5332"/>
                    <a:pt x="19474" y="5438"/>
                    <a:pt x="17788" y="5501"/>
                  </a:cubicBezTo>
                  <a:cubicBezTo>
                    <a:pt x="14985" y="5627"/>
                    <a:pt x="12161" y="5796"/>
                    <a:pt x="9358" y="5901"/>
                  </a:cubicBezTo>
                  <a:cubicBezTo>
                    <a:pt x="7967" y="5965"/>
                    <a:pt x="6597" y="6028"/>
                    <a:pt x="5206" y="6091"/>
                  </a:cubicBezTo>
                  <a:cubicBezTo>
                    <a:pt x="4321" y="6154"/>
                    <a:pt x="3414" y="6049"/>
                    <a:pt x="2550" y="6323"/>
                  </a:cubicBezTo>
                  <a:cubicBezTo>
                    <a:pt x="1433" y="6681"/>
                    <a:pt x="632" y="7377"/>
                    <a:pt x="337" y="8536"/>
                  </a:cubicBezTo>
                  <a:cubicBezTo>
                    <a:pt x="0" y="9611"/>
                    <a:pt x="316" y="10770"/>
                    <a:pt x="1117" y="11550"/>
                  </a:cubicBezTo>
                  <a:cubicBezTo>
                    <a:pt x="1749" y="12182"/>
                    <a:pt x="2529" y="12603"/>
                    <a:pt x="3246" y="13088"/>
                  </a:cubicBezTo>
                  <a:cubicBezTo>
                    <a:pt x="3625" y="13320"/>
                    <a:pt x="3562" y="13489"/>
                    <a:pt x="3288" y="13699"/>
                  </a:cubicBezTo>
                  <a:cubicBezTo>
                    <a:pt x="2909" y="14016"/>
                    <a:pt x="2550" y="14332"/>
                    <a:pt x="2171" y="14627"/>
                  </a:cubicBezTo>
                  <a:cubicBezTo>
                    <a:pt x="127" y="16081"/>
                    <a:pt x="42" y="18779"/>
                    <a:pt x="2087" y="20128"/>
                  </a:cubicBezTo>
                  <a:cubicBezTo>
                    <a:pt x="2550" y="20444"/>
                    <a:pt x="3014" y="20781"/>
                    <a:pt x="3457" y="21055"/>
                  </a:cubicBezTo>
                  <a:cubicBezTo>
                    <a:pt x="3899" y="21308"/>
                    <a:pt x="3920" y="21582"/>
                    <a:pt x="3541" y="21877"/>
                  </a:cubicBezTo>
                  <a:cubicBezTo>
                    <a:pt x="3161" y="22172"/>
                    <a:pt x="2803" y="22509"/>
                    <a:pt x="2424" y="22783"/>
                  </a:cubicBezTo>
                  <a:cubicBezTo>
                    <a:pt x="485" y="24216"/>
                    <a:pt x="527" y="26872"/>
                    <a:pt x="2508" y="28221"/>
                  </a:cubicBezTo>
                  <a:cubicBezTo>
                    <a:pt x="2993" y="28558"/>
                    <a:pt x="3457" y="28937"/>
                    <a:pt x="3962" y="29232"/>
                  </a:cubicBezTo>
                  <a:cubicBezTo>
                    <a:pt x="4531" y="29549"/>
                    <a:pt x="4278" y="29759"/>
                    <a:pt x="3920" y="30012"/>
                  </a:cubicBezTo>
                  <a:cubicBezTo>
                    <a:pt x="3309" y="30476"/>
                    <a:pt x="2740" y="30982"/>
                    <a:pt x="2192" y="31509"/>
                  </a:cubicBezTo>
                  <a:cubicBezTo>
                    <a:pt x="948" y="32794"/>
                    <a:pt x="1244" y="35028"/>
                    <a:pt x="2466" y="35956"/>
                  </a:cubicBezTo>
                  <a:cubicBezTo>
                    <a:pt x="3098" y="36461"/>
                    <a:pt x="3773" y="36925"/>
                    <a:pt x="4447" y="37368"/>
                  </a:cubicBezTo>
                  <a:cubicBezTo>
                    <a:pt x="4742" y="37578"/>
                    <a:pt x="4763" y="37726"/>
                    <a:pt x="4489" y="37937"/>
                  </a:cubicBezTo>
                  <a:cubicBezTo>
                    <a:pt x="4026" y="38295"/>
                    <a:pt x="3625" y="38695"/>
                    <a:pt x="3161" y="39033"/>
                  </a:cubicBezTo>
                  <a:cubicBezTo>
                    <a:pt x="1665" y="40150"/>
                    <a:pt x="1286" y="42194"/>
                    <a:pt x="2382" y="43564"/>
                  </a:cubicBezTo>
                  <a:cubicBezTo>
                    <a:pt x="3127" y="44539"/>
                    <a:pt x="4133" y="44838"/>
                    <a:pt x="5320" y="44838"/>
                  </a:cubicBezTo>
                  <a:cubicBezTo>
                    <a:pt x="5441" y="44838"/>
                    <a:pt x="5565" y="44834"/>
                    <a:pt x="5691" y="44829"/>
                  </a:cubicBezTo>
                  <a:cubicBezTo>
                    <a:pt x="8409" y="44681"/>
                    <a:pt x="11149" y="44555"/>
                    <a:pt x="13868" y="44407"/>
                  </a:cubicBezTo>
                  <a:cubicBezTo>
                    <a:pt x="15596" y="44323"/>
                    <a:pt x="17325" y="44217"/>
                    <a:pt x="19053" y="44154"/>
                  </a:cubicBezTo>
                  <a:cubicBezTo>
                    <a:pt x="20908" y="44070"/>
                    <a:pt x="22762" y="43964"/>
                    <a:pt x="24617" y="43880"/>
                  </a:cubicBezTo>
                  <a:cubicBezTo>
                    <a:pt x="26451" y="43796"/>
                    <a:pt x="28284" y="43712"/>
                    <a:pt x="30118" y="43627"/>
                  </a:cubicBezTo>
                  <a:cubicBezTo>
                    <a:pt x="32015" y="43522"/>
                    <a:pt x="33912" y="43438"/>
                    <a:pt x="35829" y="43353"/>
                  </a:cubicBezTo>
                  <a:cubicBezTo>
                    <a:pt x="37663" y="43269"/>
                    <a:pt x="39476" y="43185"/>
                    <a:pt x="41330" y="43100"/>
                  </a:cubicBezTo>
                  <a:cubicBezTo>
                    <a:pt x="43227" y="42995"/>
                    <a:pt x="45124" y="42890"/>
                    <a:pt x="47021" y="42826"/>
                  </a:cubicBezTo>
                  <a:cubicBezTo>
                    <a:pt x="49698" y="42742"/>
                    <a:pt x="52332" y="42552"/>
                    <a:pt x="55009" y="42426"/>
                  </a:cubicBezTo>
                  <a:cubicBezTo>
                    <a:pt x="57706" y="42321"/>
                    <a:pt x="60383" y="42173"/>
                    <a:pt x="63081" y="42047"/>
                  </a:cubicBezTo>
                  <a:cubicBezTo>
                    <a:pt x="64914" y="41941"/>
                    <a:pt x="66727" y="41857"/>
                    <a:pt x="68582" y="41773"/>
                  </a:cubicBezTo>
                  <a:cubicBezTo>
                    <a:pt x="70521" y="41688"/>
                    <a:pt x="72460" y="41562"/>
                    <a:pt x="74399" y="41520"/>
                  </a:cubicBezTo>
                  <a:cubicBezTo>
                    <a:pt x="77118" y="41435"/>
                    <a:pt x="79815" y="41246"/>
                    <a:pt x="82534" y="41119"/>
                  </a:cubicBezTo>
                  <a:lnTo>
                    <a:pt x="87972" y="40845"/>
                  </a:lnTo>
                  <a:cubicBezTo>
                    <a:pt x="89700" y="40761"/>
                    <a:pt x="91449" y="40656"/>
                    <a:pt x="93199" y="40592"/>
                  </a:cubicBezTo>
                  <a:cubicBezTo>
                    <a:pt x="96002" y="40445"/>
                    <a:pt x="98784" y="40318"/>
                    <a:pt x="101587" y="40192"/>
                  </a:cubicBezTo>
                  <a:lnTo>
                    <a:pt x="107151" y="39918"/>
                  </a:lnTo>
                  <a:lnTo>
                    <a:pt x="112715" y="39665"/>
                  </a:lnTo>
                  <a:cubicBezTo>
                    <a:pt x="114549" y="39581"/>
                    <a:pt x="116382" y="39454"/>
                    <a:pt x="118216" y="39391"/>
                  </a:cubicBezTo>
                  <a:cubicBezTo>
                    <a:pt x="121019" y="39307"/>
                    <a:pt x="123822" y="39138"/>
                    <a:pt x="126604" y="38991"/>
                  </a:cubicBezTo>
                  <a:cubicBezTo>
                    <a:pt x="128965" y="38864"/>
                    <a:pt x="131325" y="38822"/>
                    <a:pt x="133686" y="38717"/>
                  </a:cubicBezTo>
                  <a:cubicBezTo>
                    <a:pt x="135372" y="38653"/>
                    <a:pt x="136510" y="37810"/>
                    <a:pt x="136953" y="36272"/>
                  </a:cubicBezTo>
                  <a:cubicBezTo>
                    <a:pt x="137332" y="34986"/>
                    <a:pt x="136721" y="33574"/>
                    <a:pt x="135414" y="32668"/>
                  </a:cubicBezTo>
                  <a:cubicBezTo>
                    <a:pt x="134972" y="32373"/>
                    <a:pt x="134550" y="32057"/>
                    <a:pt x="134086" y="31804"/>
                  </a:cubicBezTo>
                  <a:cubicBezTo>
                    <a:pt x="133749" y="31593"/>
                    <a:pt x="133707" y="31424"/>
                    <a:pt x="134002" y="31150"/>
                  </a:cubicBezTo>
                  <a:cubicBezTo>
                    <a:pt x="134487" y="30771"/>
                    <a:pt x="134929" y="30349"/>
                    <a:pt x="135414" y="29991"/>
                  </a:cubicBezTo>
                  <a:cubicBezTo>
                    <a:pt x="136953" y="28832"/>
                    <a:pt x="137100" y="26598"/>
                    <a:pt x="135751" y="25249"/>
                  </a:cubicBezTo>
                  <a:cubicBezTo>
                    <a:pt x="135119" y="24596"/>
                    <a:pt x="134339" y="24174"/>
                    <a:pt x="133602" y="23668"/>
                  </a:cubicBezTo>
                  <a:cubicBezTo>
                    <a:pt x="133222" y="23415"/>
                    <a:pt x="133285" y="23289"/>
                    <a:pt x="133602" y="23057"/>
                  </a:cubicBezTo>
                  <a:cubicBezTo>
                    <a:pt x="134002" y="22762"/>
                    <a:pt x="134360" y="22425"/>
                    <a:pt x="134761" y="22109"/>
                  </a:cubicBezTo>
                  <a:cubicBezTo>
                    <a:pt x="137100" y="20296"/>
                    <a:pt x="136573" y="17598"/>
                    <a:pt x="134445" y="16355"/>
                  </a:cubicBezTo>
                  <a:cubicBezTo>
                    <a:pt x="134065" y="16144"/>
                    <a:pt x="133749" y="15870"/>
                    <a:pt x="133391" y="15659"/>
                  </a:cubicBezTo>
                  <a:cubicBezTo>
                    <a:pt x="132822" y="15364"/>
                    <a:pt x="132990" y="15111"/>
                    <a:pt x="133391" y="14816"/>
                  </a:cubicBezTo>
                  <a:cubicBezTo>
                    <a:pt x="133981" y="14374"/>
                    <a:pt x="134550" y="13889"/>
                    <a:pt x="135077" y="13362"/>
                  </a:cubicBezTo>
                  <a:cubicBezTo>
                    <a:pt x="136236" y="12245"/>
                    <a:pt x="136067" y="9969"/>
                    <a:pt x="135014" y="9084"/>
                  </a:cubicBezTo>
                  <a:cubicBezTo>
                    <a:pt x="134360" y="8536"/>
                    <a:pt x="133665" y="8030"/>
                    <a:pt x="132948" y="7566"/>
                  </a:cubicBezTo>
                  <a:cubicBezTo>
                    <a:pt x="132548" y="7313"/>
                    <a:pt x="132569" y="7124"/>
                    <a:pt x="132906" y="6850"/>
                  </a:cubicBezTo>
                  <a:cubicBezTo>
                    <a:pt x="133264" y="6555"/>
                    <a:pt x="133602" y="6302"/>
                    <a:pt x="133939" y="6028"/>
                  </a:cubicBezTo>
                  <a:cubicBezTo>
                    <a:pt x="135309" y="5016"/>
                    <a:pt x="135793" y="3583"/>
                    <a:pt x="135309" y="2108"/>
                  </a:cubicBezTo>
                  <a:cubicBezTo>
                    <a:pt x="134866" y="759"/>
                    <a:pt x="133707" y="0"/>
                    <a:pt x="131831" y="0"/>
                  </a:cubicBezTo>
                  <a:close/>
                </a:path>
              </a:pathLst>
            </a:custGeom>
            <a:solidFill>
              <a:srgbClr val="D7E6A3"/>
            </a:solidFill>
            <a:ln>
              <a:noFill/>
            </a:ln>
            <a:effectLst>
              <a:outerShdw rotWithShape="0" algn="bl" dir="2880000" dist="66675">
                <a:srgbClr val="C0791B">
                  <a:alpha val="8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f8d4e882d8_0_2"/>
            <p:cNvSpPr/>
            <p:nvPr/>
          </p:nvSpPr>
          <p:spPr>
            <a:xfrm>
              <a:off x="2851254" y="5371002"/>
              <a:ext cx="356988" cy="614883"/>
            </a:xfrm>
            <a:custGeom>
              <a:rect b="b" l="l" r="r" t="t"/>
              <a:pathLst>
                <a:path extrusionOk="0" h="33036" w="19180">
                  <a:moveTo>
                    <a:pt x="17473" y="1"/>
                  </a:moveTo>
                  <a:cubicBezTo>
                    <a:pt x="15344" y="127"/>
                    <a:pt x="13236" y="275"/>
                    <a:pt x="11129" y="380"/>
                  </a:cubicBezTo>
                  <a:cubicBezTo>
                    <a:pt x="8642" y="485"/>
                    <a:pt x="6134" y="570"/>
                    <a:pt x="3647" y="654"/>
                  </a:cubicBezTo>
                  <a:cubicBezTo>
                    <a:pt x="3622" y="650"/>
                    <a:pt x="3598" y="649"/>
                    <a:pt x="3573" y="649"/>
                  </a:cubicBezTo>
                  <a:cubicBezTo>
                    <a:pt x="3451" y="649"/>
                    <a:pt x="3331" y="693"/>
                    <a:pt x="3225" y="780"/>
                  </a:cubicBezTo>
                  <a:cubicBezTo>
                    <a:pt x="2720" y="1961"/>
                    <a:pt x="1961" y="3014"/>
                    <a:pt x="1328" y="4131"/>
                  </a:cubicBezTo>
                  <a:cubicBezTo>
                    <a:pt x="991" y="4764"/>
                    <a:pt x="612" y="5396"/>
                    <a:pt x="211" y="6007"/>
                  </a:cubicBezTo>
                  <a:cubicBezTo>
                    <a:pt x="1" y="6281"/>
                    <a:pt x="1" y="6682"/>
                    <a:pt x="254" y="6935"/>
                  </a:cubicBezTo>
                  <a:cubicBezTo>
                    <a:pt x="1328" y="8410"/>
                    <a:pt x="2382" y="9885"/>
                    <a:pt x="3478" y="11339"/>
                  </a:cubicBezTo>
                  <a:cubicBezTo>
                    <a:pt x="3689" y="11529"/>
                    <a:pt x="3710" y="11845"/>
                    <a:pt x="3520" y="12077"/>
                  </a:cubicBezTo>
                  <a:cubicBezTo>
                    <a:pt x="2572" y="13637"/>
                    <a:pt x="1666" y="15196"/>
                    <a:pt x="717" y="16756"/>
                  </a:cubicBezTo>
                  <a:cubicBezTo>
                    <a:pt x="528" y="17030"/>
                    <a:pt x="549" y="17388"/>
                    <a:pt x="781" y="17641"/>
                  </a:cubicBezTo>
                  <a:cubicBezTo>
                    <a:pt x="1834" y="19074"/>
                    <a:pt x="2867" y="20550"/>
                    <a:pt x="3942" y="21983"/>
                  </a:cubicBezTo>
                  <a:cubicBezTo>
                    <a:pt x="4195" y="22257"/>
                    <a:pt x="4216" y="22678"/>
                    <a:pt x="3984" y="22973"/>
                  </a:cubicBezTo>
                  <a:cubicBezTo>
                    <a:pt x="3036" y="24512"/>
                    <a:pt x="2150" y="26072"/>
                    <a:pt x="1223" y="27610"/>
                  </a:cubicBezTo>
                  <a:cubicBezTo>
                    <a:pt x="1033" y="27863"/>
                    <a:pt x="1076" y="28200"/>
                    <a:pt x="1286" y="28432"/>
                  </a:cubicBezTo>
                  <a:cubicBezTo>
                    <a:pt x="2277" y="29760"/>
                    <a:pt x="3267" y="31109"/>
                    <a:pt x="4237" y="32458"/>
                  </a:cubicBezTo>
                  <a:cubicBezTo>
                    <a:pt x="4342" y="32647"/>
                    <a:pt x="4469" y="32837"/>
                    <a:pt x="4553" y="33027"/>
                  </a:cubicBezTo>
                  <a:cubicBezTo>
                    <a:pt x="4736" y="33027"/>
                    <a:pt x="4909" y="33036"/>
                    <a:pt x="5085" y="33036"/>
                  </a:cubicBezTo>
                  <a:cubicBezTo>
                    <a:pt x="5174" y="33036"/>
                    <a:pt x="5263" y="33034"/>
                    <a:pt x="5354" y="33027"/>
                  </a:cubicBezTo>
                  <a:cubicBezTo>
                    <a:pt x="7462" y="32900"/>
                    <a:pt x="9569" y="32774"/>
                    <a:pt x="11677" y="32668"/>
                  </a:cubicBezTo>
                  <a:cubicBezTo>
                    <a:pt x="13932" y="32542"/>
                    <a:pt x="16187" y="32458"/>
                    <a:pt x="18421" y="32373"/>
                  </a:cubicBezTo>
                  <a:cubicBezTo>
                    <a:pt x="18454" y="32370"/>
                    <a:pt x="18488" y="32370"/>
                    <a:pt x="18521" y="32370"/>
                  </a:cubicBezTo>
                  <a:cubicBezTo>
                    <a:pt x="18597" y="32370"/>
                    <a:pt x="18674" y="32374"/>
                    <a:pt x="18750" y="32374"/>
                  </a:cubicBezTo>
                  <a:cubicBezTo>
                    <a:pt x="18899" y="32374"/>
                    <a:pt x="19047" y="32356"/>
                    <a:pt x="19180" y="32247"/>
                  </a:cubicBezTo>
                  <a:cubicBezTo>
                    <a:pt x="18147" y="30793"/>
                    <a:pt x="17093" y="29317"/>
                    <a:pt x="16040" y="27884"/>
                  </a:cubicBezTo>
                  <a:cubicBezTo>
                    <a:pt x="15745" y="27505"/>
                    <a:pt x="15660" y="27231"/>
                    <a:pt x="15955" y="26746"/>
                  </a:cubicBezTo>
                  <a:cubicBezTo>
                    <a:pt x="16904" y="25250"/>
                    <a:pt x="17768" y="23690"/>
                    <a:pt x="18695" y="22194"/>
                  </a:cubicBezTo>
                  <a:cubicBezTo>
                    <a:pt x="18906" y="21920"/>
                    <a:pt x="18885" y="21561"/>
                    <a:pt x="18653" y="21329"/>
                  </a:cubicBezTo>
                  <a:cubicBezTo>
                    <a:pt x="17620" y="19938"/>
                    <a:pt x="16630" y="18526"/>
                    <a:pt x="15576" y="17156"/>
                  </a:cubicBezTo>
                  <a:cubicBezTo>
                    <a:pt x="15239" y="16735"/>
                    <a:pt x="15112" y="16440"/>
                    <a:pt x="15471" y="15913"/>
                  </a:cubicBezTo>
                  <a:cubicBezTo>
                    <a:pt x="16335" y="14564"/>
                    <a:pt x="17093" y="13152"/>
                    <a:pt x="17979" y="11824"/>
                  </a:cubicBezTo>
                  <a:cubicBezTo>
                    <a:pt x="18379" y="11213"/>
                    <a:pt x="18316" y="10791"/>
                    <a:pt x="17915" y="10265"/>
                  </a:cubicBezTo>
                  <a:cubicBezTo>
                    <a:pt x="16883" y="8937"/>
                    <a:pt x="15913" y="7546"/>
                    <a:pt x="14880" y="6218"/>
                  </a:cubicBezTo>
                  <a:cubicBezTo>
                    <a:pt x="14649" y="5902"/>
                    <a:pt x="14606" y="5712"/>
                    <a:pt x="14817" y="5375"/>
                  </a:cubicBezTo>
                  <a:cubicBezTo>
                    <a:pt x="15702" y="3921"/>
                    <a:pt x="16567" y="2445"/>
                    <a:pt x="17452" y="970"/>
                  </a:cubicBezTo>
                  <a:cubicBezTo>
                    <a:pt x="17620" y="675"/>
                    <a:pt x="17852" y="401"/>
                    <a:pt x="17852" y="22"/>
                  </a:cubicBezTo>
                  <a:cubicBezTo>
                    <a:pt x="17726" y="1"/>
                    <a:pt x="17599" y="1"/>
                    <a:pt x="17473" y="1"/>
                  </a:cubicBezTo>
                  <a:close/>
                </a:path>
              </a:pathLst>
            </a:custGeom>
            <a:solidFill>
              <a:srgbClr val="0B63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g3f8d4e882d8_0_2"/>
            <p:cNvSpPr/>
            <p:nvPr/>
          </p:nvSpPr>
          <p:spPr>
            <a:xfrm>
              <a:off x="4449313" y="5294732"/>
              <a:ext cx="362106" cy="612965"/>
            </a:xfrm>
            <a:custGeom>
              <a:rect b="b" l="l" r="r" t="t"/>
              <a:pathLst>
                <a:path extrusionOk="0" h="32933" w="19455">
                  <a:moveTo>
                    <a:pt x="17037" y="0"/>
                  </a:moveTo>
                  <a:cubicBezTo>
                    <a:pt x="16920" y="0"/>
                    <a:pt x="16805" y="3"/>
                    <a:pt x="16693" y="10"/>
                  </a:cubicBezTo>
                  <a:cubicBezTo>
                    <a:pt x="14501" y="115"/>
                    <a:pt x="12330" y="263"/>
                    <a:pt x="10159" y="368"/>
                  </a:cubicBezTo>
                  <a:cubicBezTo>
                    <a:pt x="7799" y="474"/>
                    <a:pt x="5438" y="579"/>
                    <a:pt x="3099" y="663"/>
                  </a:cubicBezTo>
                  <a:cubicBezTo>
                    <a:pt x="2129" y="2349"/>
                    <a:pt x="1181" y="4014"/>
                    <a:pt x="190" y="5679"/>
                  </a:cubicBezTo>
                  <a:cubicBezTo>
                    <a:pt x="1" y="5890"/>
                    <a:pt x="22" y="6206"/>
                    <a:pt x="212" y="6417"/>
                  </a:cubicBezTo>
                  <a:cubicBezTo>
                    <a:pt x="1329" y="7871"/>
                    <a:pt x="2403" y="9368"/>
                    <a:pt x="3499" y="10843"/>
                  </a:cubicBezTo>
                  <a:cubicBezTo>
                    <a:pt x="3731" y="11075"/>
                    <a:pt x="3773" y="11454"/>
                    <a:pt x="3563" y="11728"/>
                  </a:cubicBezTo>
                  <a:cubicBezTo>
                    <a:pt x="2614" y="13246"/>
                    <a:pt x="1729" y="14805"/>
                    <a:pt x="781" y="16323"/>
                  </a:cubicBezTo>
                  <a:cubicBezTo>
                    <a:pt x="549" y="16576"/>
                    <a:pt x="549" y="16955"/>
                    <a:pt x="781" y="17187"/>
                  </a:cubicBezTo>
                  <a:cubicBezTo>
                    <a:pt x="1834" y="18620"/>
                    <a:pt x="2846" y="20074"/>
                    <a:pt x="3942" y="21465"/>
                  </a:cubicBezTo>
                  <a:cubicBezTo>
                    <a:pt x="4258" y="21908"/>
                    <a:pt x="4237" y="22203"/>
                    <a:pt x="3963" y="22624"/>
                  </a:cubicBezTo>
                  <a:cubicBezTo>
                    <a:pt x="3057" y="24121"/>
                    <a:pt x="2172" y="25638"/>
                    <a:pt x="1244" y="27114"/>
                  </a:cubicBezTo>
                  <a:cubicBezTo>
                    <a:pt x="1012" y="27493"/>
                    <a:pt x="1076" y="27725"/>
                    <a:pt x="1329" y="28041"/>
                  </a:cubicBezTo>
                  <a:cubicBezTo>
                    <a:pt x="2467" y="29558"/>
                    <a:pt x="3584" y="31097"/>
                    <a:pt x="4722" y="32635"/>
                  </a:cubicBezTo>
                  <a:cubicBezTo>
                    <a:pt x="4764" y="32720"/>
                    <a:pt x="4806" y="32825"/>
                    <a:pt x="4827" y="32930"/>
                  </a:cubicBezTo>
                  <a:cubicBezTo>
                    <a:pt x="4930" y="32932"/>
                    <a:pt x="5033" y="32932"/>
                    <a:pt x="5136" y="32932"/>
                  </a:cubicBezTo>
                  <a:cubicBezTo>
                    <a:pt x="7012" y="32932"/>
                    <a:pt x="8870" y="32757"/>
                    <a:pt x="10729" y="32678"/>
                  </a:cubicBezTo>
                  <a:cubicBezTo>
                    <a:pt x="13637" y="32572"/>
                    <a:pt x="16546" y="32446"/>
                    <a:pt x="19454" y="32256"/>
                  </a:cubicBezTo>
                  <a:cubicBezTo>
                    <a:pt x="18822" y="30991"/>
                    <a:pt x="17873" y="29959"/>
                    <a:pt x="17072" y="28779"/>
                  </a:cubicBezTo>
                  <a:cubicBezTo>
                    <a:pt x="16735" y="28252"/>
                    <a:pt x="16356" y="27746"/>
                    <a:pt x="15955" y="27240"/>
                  </a:cubicBezTo>
                  <a:cubicBezTo>
                    <a:pt x="15724" y="27029"/>
                    <a:pt x="15703" y="26671"/>
                    <a:pt x="15913" y="26418"/>
                  </a:cubicBezTo>
                  <a:cubicBezTo>
                    <a:pt x="16820" y="24858"/>
                    <a:pt x="17726" y="23320"/>
                    <a:pt x="18653" y="21781"/>
                  </a:cubicBezTo>
                  <a:cubicBezTo>
                    <a:pt x="18885" y="21486"/>
                    <a:pt x="18864" y="21065"/>
                    <a:pt x="18590" y="20791"/>
                  </a:cubicBezTo>
                  <a:cubicBezTo>
                    <a:pt x="17557" y="19400"/>
                    <a:pt x="16546" y="18009"/>
                    <a:pt x="15513" y="16618"/>
                  </a:cubicBezTo>
                  <a:cubicBezTo>
                    <a:pt x="15218" y="16302"/>
                    <a:pt x="15197" y="15838"/>
                    <a:pt x="15471" y="15501"/>
                  </a:cubicBezTo>
                  <a:cubicBezTo>
                    <a:pt x="16377" y="14046"/>
                    <a:pt x="17220" y="12571"/>
                    <a:pt x="18084" y="11096"/>
                  </a:cubicBezTo>
                  <a:cubicBezTo>
                    <a:pt x="18316" y="10737"/>
                    <a:pt x="18379" y="10464"/>
                    <a:pt x="18063" y="10063"/>
                  </a:cubicBezTo>
                  <a:cubicBezTo>
                    <a:pt x="16988" y="8672"/>
                    <a:pt x="15998" y="7239"/>
                    <a:pt x="14944" y="5827"/>
                  </a:cubicBezTo>
                  <a:cubicBezTo>
                    <a:pt x="14712" y="5532"/>
                    <a:pt x="14691" y="5110"/>
                    <a:pt x="14923" y="4815"/>
                  </a:cubicBezTo>
                  <a:cubicBezTo>
                    <a:pt x="15871" y="3213"/>
                    <a:pt x="16798" y="1612"/>
                    <a:pt x="17747" y="10"/>
                  </a:cubicBezTo>
                  <a:cubicBezTo>
                    <a:pt x="17508" y="10"/>
                    <a:pt x="17269" y="0"/>
                    <a:pt x="17037" y="0"/>
                  </a:cubicBezTo>
                  <a:close/>
                </a:path>
              </a:pathLst>
            </a:custGeom>
            <a:solidFill>
              <a:srgbClr val="0B63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f8d4e882d8_0_2"/>
            <p:cNvSpPr/>
            <p:nvPr/>
          </p:nvSpPr>
          <p:spPr>
            <a:xfrm>
              <a:off x="3392570" y="5346286"/>
              <a:ext cx="362088" cy="612370"/>
            </a:xfrm>
            <a:custGeom>
              <a:rect b="b" l="l" r="r" t="t"/>
              <a:pathLst>
                <a:path extrusionOk="0" h="32901" w="19454">
                  <a:moveTo>
                    <a:pt x="17894" y="1"/>
                  </a:moveTo>
                  <a:cubicBezTo>
                    <a:pt x="15239" y="1"/>
                    <a:pt x="12604" y="212"/>
                    <a:pt x="9970" y="359"/>
                  </a:cubicBezTo>
                  <a:cubicBezTo>
                    <a:pt x="7736" y="486"/>
                    <a:pt x="5502" y="570"/>
                    <a:pt x="3268" y="675"/>
                  </a:cubicBezTo>
                  <a:cubicBezTo>
                    <a:pt x="2614" y="2129"/>
                    <a:pt x="1687" y="3415"/>
                    <a:pt x="907" y="4764"/>
                  </a:cubicBezTo>
                  <a:cubicBezTo>
                    <a:pt x="22" y="6239"/>
                    <a:pt x="1" y="6218"/>
                    <a:pt x="1055" y="7609"/>
                  </a:cubicBezTo>
                  <a:cubicBezTo>
                    <a:pt x="1898" y="8726"/>
                    <a:pt x="2698" y="9885"/>
                    <a:pt x="3563" y="10981"/>
                  </a:cubicBezTo>
                  <a:cubicBezTo>
                    <a:pt x="3858" y="11361"/>
                    <a:pt x="3794" y="11593"/>
                    <a:pt x="3584" y="11951"/>
                  </a:cubicBezTo>
                  <a:cubicBezTo>
                    <a:pt x="2677" y="13447"/>
                    <a:pt x="1813" y="14965"/>
                    <a:pt x="865" y="16440"/>
                  </a:cubicBezTo>
                  <a:cubicBezTo>
                    <a:pt x="591" y="16862"/>
                    <a:pt x="675" y="17136"/>
                    <a:pt x="949" y="17473"/>
                  </a:cubicBezTo>
                  <a:cubicBezTo>
                    <a:pt x="1982" y="18864"/>
                    <a:pt x="3036" y="20297"/>
                    <a:pt x="4089" y="21667"/>
                  </a:cubicBezTo>
                  <a:cubicBezTo>
                    <a:pt x="4342" y="21941"/>
                    <a:pt x="4385" y="22362"/>
                    <a:pt x="4132" y="22636"/>
                  </a:cubicBezTo>
                  <a:cubicBezTo>
                    <a:pt x="3204" y="24175"/>
                    <a:pt x="2277" y="25713"/>
                    <a:pt x="1350" y="27252"/>
                  </a:cubicBezTo>
                  <a:cubicBezTo>
                    <a:pt x="1139" y="27505"/>
                    <a:pt x="1160" y="27884"/>
                    <a:pt x="1392" y="28116"/>
                  </a:cubicBezTo>
                  <a:cubicBezTo>
                    <a:pt x="2572" y="29697"/>
                    <a:pt x="3689" y="31320"/>
                    <a:pt x="4848" y="32900"/>
                  </a:cubicBezTo>
                  <a:cubicBezTo>
                    <a:pt x="7525" y="32837"/>
                    <a:pt x="10223" y="32669"/>
                    <a:pt x="12899" y="32542"/>
                  </a:cubicBezTo>
                  <a:cubicBezTo>
                    <a:pt x="15091" y="32437"/>
                    <a:pt x="17283" y="32373"/>
                    <a:pt x="19454" y="32226"/>
                  </a:cubicBezTo>
                  <a:cubicBezTo>
                    <a:pt x="18484" y="30835"/>
                    <a:pt x="17515" y="29444"/>
                    <a:pt x="16524" y="28074"/>
                  </a:cubicBezTo>
                  <a:cubicBezTo>
                    <a:pt x="15745" y="27020"/>
                    <a:pt x="15724" y="27041"/>
                    <a:pt x="16398" y="25945"/>
                  </a:cubicBezTo>
                  <a:cubicBezTo>
                    <a:pt x="17178" y="24618"/>
                    <a:pt x="17979" y="23248"/>
                    <a:pt x="18758" y="21941"/>
                  </a:cubicBezTo>
                  <a:cubicBezTo>
                    <a:pt x="18969" y="21646"/>
                    <a:pt x="18927" y="21245"/>
                    <a:pt x="18674" y="20992"/>
                  </a:cubicBezTo>
                  <a:cubicBezTo>
                    <a:pt x="17620" y="19559"/>
                    <a:pt x="16609" y="18105"/>
                    <a:pt x="15555" y="16693"/>
                  </a:cubicBezTo>
                  <a:cubicBezTo>
                    <a:pt x="15302" y="16440"/>
                    <a:pt x="15281" y="16040"/>
                    <a:pt x="15513" y="15766"/>
                  </a:cubicBezTo>
                  <a:cubicBezTo>
                    <a:pt x="16419" y="14290"/>
                    <a:pt x="17283" y="12794"/>
                    <a:pt x="18189" y="11340"/>
                  </a:cubicBezTo>
                  <a:cubicBezTo>
                    <a:pt x="18463" y="11002"/>
                    <a:pt x="18463" y="10539"/>
                    <a:pt x="18168" y="10223"/>
                  </a:cubicBezTo>
                  <a:cubicBezTo>
                    <a:pt x="17115" y="8832"/>
                    <a:pt x="16124" y="7377"/>
                    <a:pt x="15070" y="5986"/>
                  </a:cubicBezTo>
                  <a:cubicBezTo>
                    <a:pt x="14817" y="5712"/>
                    <a:pt x="14775" y="5291"/>
                    <a:pt x="15007" y="4996"/>
                  </a:cubicBezTo>
                  <a:cubicBezTo>
                    <a:pt x="15998" y="3352"/>
                    <a:pt x="17030" y="1708"/>
                    <a:pt x="17894" y="1"/>
                  </a:cubicBezTo>
                  <a:close/>
                </a:path>
              </a:pathLst>
            </a:custGeom>
            <a:solidFill>
              <a:srgbClr val="0B63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f8d4e882d8_0_2"/>
            <p:cNvSpPr/>
            <p:nvPr/>
          </p:nvSpPr>
          <p:spPr>
            <a:xfrm>
              <a:off x="3904870" y="5321570"/>
              <a:ext cx="362088" cy="612761"/>
            </a:xfrm>
            <a:custGeom>
              <a:rect b="b" l="l" r="r" t="t"/>
              <a:pathLst>
                <a:path extrusionOk="0" h="32922" w="19454">
                  <a:moveTo>
                    <a:pt x="17894" y="1"/>
                  </a:moveTo>
                  <a:cubicBezTo>
                    <a:pt x="15238" y="22"/>
                    <a:pt x="12583" y="212"/>
                    <a:pt x="9948" y="380"/>
                  </a:cubicBezTo>
                  <a:cubicBezTo>
                    <a:pt x="7735" y="507"/>
                    <a:pt x="5501" y="591"/>
                    <a:pt x="3267" y="675"/>
                  </a:cubicBezTo>
                  <a:cubicBezTo>
                    <a:pt x="2614" y="2130"/>
                    <a:pt x="1686" y="3415"/>
                    <a:pt x="885" y="4764"/>
                  </a:cubicBezTo>
                  <a:cubicBezTo>
                    <a:pt x="21" y="6239"/>
                    <a:pt x="0" y="6218"/>
                    <a:pt x="1012" y="7567"/>
                  </a:cubicBezTo>
                  <a:cubicBezTo>
                    <a:pt x="1855" y="8684"/>
                    <a:pt x="2656" y="9843"/>
                    <a:pt x="3541" y="10939"/>
                  </a:cubicBezTo>
                  <a:cubicBezTo>
                    <a:pt x="3836" y="11340"/>
                    <a:pt x="3815" y="11593"/>
                    <a:pt x="3583" y="11972"/>
                  </a:cubicBezTo>
                  <a:cubicBezTo>
                    <a:pt x="2656" y="13469"/>
                    <a:pt x="1792" y="14986"/>
                    <a:pt x="843" y="16461"/>
                  </a:cubicBezTo>
                  <a:cubicBezTo>
                    <a:pt x="590" y="16883"/>
                    <a:pt x="675" y="17136"/>
                    <a:pt x="906" y="17452"/>
                  </a:cubicBezTo>
                  <a:cubicBezTo>
                    <a:pt x="1939" y="18822"/>
                    <a:pt x="2909" y="20213"/>
                    <a:pt x="3962" y="21562"/>
                  </a:cubicBezTo>
                  <a:cubicBezTo>
                    <a:pt x="4300" y="22004"/>
                    <a:pt x="4300" y="22320"/>
                    <a:pt x="4005" y="22784"/>
                  </a:cubicBezTo>
                  <a:cubicBezTo>
                    <a:pt x="3098" y="24259"/>
                    <a:pt x="2255" y="25777"/>
                    <a:pt x="1328" y="27231"/>
                  </a:cubicBezTo>
                  <a:cubicBezTo>
                    <a:pt x="1096" y="27632"/>
                    <a:pt x="1138" y="27863"/>
                    <a:pt x="1391" y="28201"/>
                  </a:cubicBezTo>
                  <a:cubicBezTo>
                    <a:pt x="2571" y="29760"/>
                    <a:pt x="3688" y="31341"/>
                    <a:pt x="4848" y="32922"/>
                  </a:cubicBezTo>
                  <a:cubicBezTo>
                    <a:pt x="7398" y="32858"/>
                    <a:pt x="9948" y="32711"/>
                    <a:pt x="12498" y="32563"/>
                  </a:cubicBezTo>
                  <a:cubicBezTo>
                    <a:pt x="14817" y="32416"/>
                    <a:pt x="17135" y="32332"/>
                    <a:pt x="19453" y="32226"/>
                  </a:cubicBezTo>
                  <a:cubicBezTo>
                    <a:pt x="18442" y="30582"/>
                    <a:pt x="17177" y="29107"/>
                    <a:pt x="16039" y="27505"/>
                  </a:cubicBezTo>
                  <a:cubicBezTo>
                    <a:pt x="15786" y="27147"/>
                    <a:pt x="15744" y="26915"/>
                    <a:pt x="15976" y="26536"/>
                  </a:cubicBezTo>
                  <a:cubicBezTo>
                    <a:pt x="16903" y="25039"/>
                    <a:pt x="17767" y="23522"/>
                    <a:pt x="18695" y="22025"/>
                  </a:cubicBezTo>
                  <a:cubicBezTo>
                    <a:pt x="18948" y="21709"/>
                    <a:pt x="18926" y="21224"/>
                    <a:pt x="18631" y="20929"/>
                  </a:cubicBezTo>
                  <a:cubicBezTo>
                    <a:pt x="17599" y="19581"/>
                    <a:pt x="16608" y="18168"/>
                    <a:pt x="15596" y="16799"/>
                  </a:cubicBezTo>
                  <a:cubicBezTo>
                    <a:pt x="15280" y="16482"/>
                    <a:pt x="15259" y="15998"/>
                    <a:pt x="15533" y="15639"/>
                  </a:cubicBezTo>
                  <a:cubicBezTo>
                    <a:pt x="16482" y="14143"/>
                    <a:pt x="17346" y="12604"/>
                    <a:pt x="18273" y="11087"/>
                  </a:cubicBezTo>
                  <a:cubicBezTo>
                    <a:pt x="18442" y="10876"/>
                    <a:pt x="18421" y="10581"/>
                    <a:pt x="18252" y="10413"/>
                  </a:cubicBezTo>
                  <a:cubicBezTo>
                    <a:pt x="17177" y="8958"/>
                    <a:pt x="16144" y="7504"/>
                    <a:pt x="15070" y="6071"/>
                  </a:cubicBezTo>
                  <a:cubicBezTo>
                    <a:pt x="14774" y="5670"/>
                    <a:pt x="14711" y="5375"/>
                    <a:pt x="15006" y="4912"/>
                  </a:cubicBezTo>
                  <a:cubicBezTo>
                    <a:pt x="15892" y="3479"/>
                    <a:pt x="16735" y="2045"/>
                    <a:pt x="17599" y="591"/>
                  </a:cubicBezTo>
                  <a:cubicBezTo>
                    <a:pt x="17725" y="401"/>
                    <a:pt x="17788" y="191"/>
                    <a:pt x="17894" y="1"/>
                  </a:cubicBezTo>
                  <a:close/>
                </a:path>
              </a:pathLst>
            </a:custGeom>
            <a:solidFill>
              <a:srgbClr val="0B63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3f8d4e882d8_0_2"/>
            <p:cNvSpPr/>
            <p:nvPr/>
          </p:nvSpPr>
          <p:spPr>
            <a:xfrm>
              <a:off x="4178274" y="5307463"/>
              <a:ext cx="360915" cy="613933"/>
            </a:xfrm>
            <a:custGeom>
              <a:rect b="b" l="l" r="r" t="t"/>
              <a:pathLst>
                <a:path extrusionOk="0" h="32985" w="19391">
                  <a:moveTo>
                    <a:pt x="17641" y="0"/>
                  </a:moveTo>
                  <a:lnTo>
                    <a:pt x="17641" y="0"/>
                  </a:lnTo>
                  <a:cubicBezTo>
                    <a:pt x="15470" y="127"/>
                    <a:pt x="13278" y="253"/>
                    <a:pt x="11107" y="359"/>
                  </a:cubicBezTo>
                  <a:cubicBezTo>
                    <a:pt x="8641" y="464"/>
                    <a:pt x="6175" y="548"/>
                    <a:pt x="3689" y="654"/>
                  </a:cubicBezTo>
                  <a:cubicBezTo>
                    <a:pt x="3520" y="675"/>
                    <a:pt x="3351" y="696"/>
                    <a:pt x="3183" y="759"/>
                  </a:cubicBezTo>
                  <a:cubicBezTo>
                    <a:pt x="3098" y="949"/>
                    <a:pt x="3014" y="1159"/>
                    <a:pt x="2909" y="1349"/>
                  </a:cubicBezTo>
                  <a:cubicBezTo>
                    <a:pt x="2045" y="2803"/>
                    <a:pt x="1202" y="4258"/>
                    <a:pt x="295" y="5670"/>
                  </a:cubicBezTo>
                  <a:cubicBezTo>
                    <a:pt x="0" y="6133"/>
                    <a:pt x="63" y="6428"/>
                    <a:pt x="358" y="6829"/>
                  </a:cubicBezTo>
                  <a:cubicBezTo>
                    <a:pt x="1433" y="8262"/>
                    <a:pt x="2466" y="9737"/>
                    <a:pt x="3541" y="11171"/>
                  </a:cubicBezTo>
                  <a:cubicBezTo>
                    <a:pt x="3731" y="11339"/>
                    <a:pt x="3752" y="11634"/>
                    <a:pt x="3562" y="11845"/>
                  </a:cubicBezTo>
                  <a:cubicBezTo>
                    <a:pt x="2656" y="13362"/>
                    <a:pt x="1792" y="14901"/>
                    <a:pt x="843" y="16397"/>
                  </a:cubicBezTo>
                  <a:cubicBezTo>
                    <a:pt x="569" y="16756"/>
                    <a:pt x="590" y="17240"/>
                    <a:pt x="906" y="17557"/>
                  </a:cubicBezTo>
                  <a:cubicBezTo>
                    <a:pt x="1918" y="18926"/>
                    <a:pt x="2888" y="20339"/>
                    <a:pt x="3941" y="21687"/>
                  </a:cubicBezTo>
                  <a:cubicBezTo>
                    <a:pt x="4236" y="21982"/>
                    <a:pt x="4258" y="22467"/>
                    <a:pt x="4005" y="22783"/>
                  </a:cubicBezTo>
                  <a:cubicBezTo>
                    <a:pt x="3077" y="24280"/>
                    <a:pt x="2213" y="25797"/>
                    <a:pt x="1286" y="27294"/>
                  </a:cubicBezTo>
                  <a:cubicBezTo>
                    <a:pt x="1033" y="27673"/>
                    <a:pt x="1075" y="27905"/>
                    <a:pt x="1349" y="28263"/>
                  </a:cubicBezTo>
                  <a:cubicBezTo>
                    <a:pt x="2466" y="29865"/>
                    <a:pt x="3731" y="31340"/>
                    <a:pt x="4763" y="32984"/>
                  </a:cubicBezTo>
                  <a:cubicBezTo>
                    <a:pt x="7061" y="32879"/>
                    <a:pt x="9358" y="32752"/>
                    <a:pt x="11634" y="32647"/>
                  </a:cubicBezTo>
                  <a:cubicBezTo>
                    <a:pt x="14079" y="32542"/>
                    <a:pt x="16524" y="32457"/>
                    <a:pt x="18969" y="32373"/>
                  </a:cubicBezTo>
                  <a:cubicBezTo>
                    <a:pt x="19116" y="32373"/>
                    <a:pt x="19264" y="32352"/>
                    <a:pt x="19390" y="32246"/>
                  </a:cubicBezTo>
                  <a:cubicBezTo>
                    <a:pt x="19369" y="32141"/>
                    <a:pt x="19327" y="32057"/>
                    <a:pt x="19285" y="31951"/>
                  </a:cubicBezTo>
                  <a:cubicBezTo>
                    <a:pt x="18147" y="30413"/>
                    <a:pt x="17030" y="28895"/>
                    <a:pt x="15871" y="27357"/>
                  </a:cubicBezTo>
                  <a:cubicBezTo>
                    <a:pt x="15639" y="27041"/>
                    <a:pt x="15575" y="26830"/>
                    <a:pt x="15807" y="26451"/>
                  </a:cubicBezTo>
                  <a:cubicBezTo>
                    <a:pt x="16735" y="24954"/>
                    <a:pt x="17620" y="23437"/>
                    <a:pt x="18526" y="21961"/>
                  </a:cubicBezTo>
                  <a:cubicBezTo>
                    <a:pt x="18779" y="21540"/>
                    <a:pt x="18821" y="21245"/>
                    <a:pt x="18484" y="20802"/>
                  </a:cubicBezTo>
                  <a:cubicBezTo>
                    <a:pt x="17409" y="19411"/>
                    <a:pt x="16376" y="17957"/>
                    <a:pt x="15323" y="16524"/>
                  </a:cubicBezTo>
                  <a:cubicBezTo>
                    <a:pt x="15112" y="16271"/>
                    <a:pt x="15112" y="15892"/>
                    <a:pt x="15323" y="15660"/>
                  </a:cubicBezTo>
                  <a:cubicBezTo>
                    <a:pt x="16292" y="14142"/>
                    <a:pt x="17177" y="12583"/>
                    <a:pt x="18126" y="11044"/>
                  </a:cubicBezTo>
                  <a:cubicBezTo>
                    <a:pt x="18336" y="10770"/>
                    <a:pt x="18294" y="10412"/>
                    <a:pt x="18062" y="10159"/>
                  </a:cubicBezTo>
                  <a:cubicBezTo>
                    <a:pt x="16966" y="8705"/>
                    <a:pt x="15892" y="7208"/>
                    <a:pt x="14775" y="5733"/>
                  </a:cubicBezTo>
                  <a:cubicBezTo>
                    <a:pt x="14585" y="5543"/>
                    <a:pt x="14564" y="5227"/>
                    <a:pt x="14753" y="4995"/>
                  </a:cubicBezTo>
                  <a:cubicBezTo>
                    <a:pt x="15723" y="3330"/>
                    <a:pt x="16692" y="1665"/>
                    <a:pt x="17641" y="0"/>
                  </a:cubicBezTo>
                  <a:close/>
                </a:path>
              </a:pathLst>
            </a:custGeom>
            <a:solidFill>
              <a:srgbClr val="8DD8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3f8d4e882d8_0_2"/>
            <p:cNvSpPr/>
            <p:nvPr/>
          </p:nvSpPr>
          <p:spPr>
            <a:xfrm>
              <a:off x="3122703" y="5358458"/>
              <a:ext cx="359742" cy="612779"/>
            </a:xfrm>
            <a:custGeom>
              <a:rect b="b" l="l" r="r" t="t"/>
              <a:pathLst>
                <a:path extrusionOk="0" h="32923" w="19328">
                  <a:moveTo>
                    <a:pt x="16819" y="0"/>
                  </a:moveTo>
                  <a:cubicBezTo>
                    <a:pt x="14438" y="127"/>
                    <a:pt x="12056" y="253"/>
                    <a:pt x="9674" y="380"/>
                  </a:cubicBezTo>
                  <a:cubicBezTo>
                    <a:pt x="7546" y="485"/>
                    <a:pt x="5396" y="590"/>
                    <a:pt x="3246" y="675"/>
                  </a:cubicBezTo>
                  <a:cubicBezTo>
                    <a:pt x="3246" y="1054"/>
                    <a:pt x="3014" y="1328"/>
                    <a:pt x="2846" y="1644"/>
                  </a:cubicBezTo>
                  <a:cubicBezTo>
                    <a:pt x="1982" y="3098"/>
                    <a:pt x="1117" y="4574"/>
                    <a:pt x="211" y="6028"/>
                  </a:cubicBezTo>
                  <a:cubicBezTo>
                    <a:pt x="0" y="6365"/>
                    <a:pt x="43" y="6555"/>
                    <a:pt x="274" y="6871"/>
                  </a:cubicBezTo>
                  <a:cubicBezTo>
                    <a:pt x="1307" y="8199"/>
                    <a:pt x="2277" y="9590"/>
                    <a:pt x="3309" y="10917"/>
                  </a:cubicBezTo>
                  <a:cubicBezTo>
                    <a:pt x="3731" y="11444"/>
                    <a:pt x="3773" y="11866"/>
                    <a:pt x="3373" y="12477"/>
                  </a:cubicBezTo>
                  <a:cubicBezTo>
                    <a:pt x="2487" y="13805"/>
                    <a:pt x="1729" y="15238"/>
                    <a:pt x="864" y="16566"/>
                  </a:cubicBezTo>
                  <a:cubicBezTo>
                    <a:pt x="506" y="17072"/>
                    <a:pt x="654" y="17388"/>
                    <a:pt x="970" y="17809"/>
                  </a:cubicBezTo>
                  <a:cubicBezTo>
                    <a:pt x="2003" y="19179"/>
                    <a:pt x="3014" y="20591"/>
                    <a:pt x="4047" y="21982"/>
                  </a:cubicBezTo>
                  <a:cubicBezTo>
                    <a:pt x="4279" y="22214"/>
                    <a:pt x="4300" y="22572"/>
                    <a:pt x="4089" y="22846"/>
                  </a:cubicBezTo>
                  <a:cubicBezTo>
                    <a:pt x="3162" y="24364"/>
                    <a:pt x="2319" y="25902"/>
                    <a:pt x="1349" y="27399"/>
                  </a:cubicBezTo>
                  <a:cubicBezTo>
                    <a:pt x="1054" y="27884"/>
                    <a:pt x="1138" y="28158"/>
                    <a:pt x="1434" y="28537"/>
                  </a:cubicBezTo>
                  <a:cubicBezTo>
                    <a:pt x="2508" y="29991"/>
                    <a:pt x="3520" y="31445"/>
                    <a:pt x="4574" y="32921"/>
                  </a:cubicBezTo>
                  <a:cubicBezTo>
                    <a:pt x="4680" y="32922"/>
                    <a:pt x="4787" y="32922"/>
                    <a:pt x="4893" y="32922"/>
                  </a:cubicBezTo>
                  <a:cubicBezTo>
                    <a:pt x="6829" y="32922"/>
                    <a:pt x="8747" y="32748"/>
                    <a:pt x="10665" y="32668"/>
                  </a:cubicBezTo>
                  <a:cubicBezTo>
                    <a:pt x="13552" y="32563"/>
                    <a:pt x="16440" y="32436"/>
                    <a:pt x="19327" y="32246"/>
                  </a:cubicBezTo>
                  <a:cubicBezTo>
                    <a:pt x="18168" y="30645"/>
                    <a:pt x="17051" y="29043"/>
                    <a:pt x="15871" y="27462"/>
                  </a:cubicBezTo>
                  <a:cubicBezTo>
                    <a:pt x="15639" y="27230"/>
                    <a:pt x="15639" y="26851"/>
                    <a:pt x="15829" y="26598"/>
                  </a:cubicBezTo>
                  <a:cubicBezTo>
                    <a:pt x="16777" y="25059"/>
                    <a:pt x="17662" y="23500"/>
                    <a:pt x="18632" y="21982"/>
                  </a:cubicBezTo>
                  <a:cubicBezTo>
                    <a:pt x="18863" y="21687"/>
                    <a:pt x="18842" y="21266"/>
                    <a:pt x="18568" y="21013"/>
                  </a:cubicBezTo>
                  <a:cubicBezTo>
                    <a:pt x="17494" y="19622"/>
                    <a:pt x="16482" y="18210"/>
                    <a:pt x="15428" y="16819"/>
                  </a:cubicBezTo>
                  <a:cubicBezTo>
                    <a:pt x="15175" y="16482"/>
                    <a:pt x="15091" y="16208"/>
                    <a:pt x="15344" y="15765"/>
                  </a:cubicBezTo>
                  <a:cubicBezTo>
                    <a:pt x="16292" y="14311"/>
                    <a:pt x="17156" y="12793"/>
                    <a:pt x="18063" y="11297"/>
                  </a:cubicBezTo>
                  <a:cubicBezTo>
                    <a:pt x="18294" y="10939"/>
                    <a:pt x="18337" y="10686"/>
                    <a:pt x="18042" y="10306"/>
                  </a:cubicBezTo>
                  <a:cubicBezTo>
                    <a:pt x="17177" y="9210"/>
                    <a:pt x="16377" y="8072"/>
                    <a:pt x="15533" y="6955"/>
                  </a:cubicBezTo>
                  <a:cubicBezTo>
                    <a:pt x="14480" y="5564"/>
                    <a:pt x="14501" y="5585"/>
                    <a:pt x="15386" y="4089"/>
                  </a:cubicBezTo>
                  <a:cubicBezTo>
                    <a:pt x="16187" y="2740"/>
                    <a:pt x="17093" y="1454"/>
                    <a:pt x="17746" y="21"/>
                  </a:cubicBezTo>
                  <a:cubicBezTo>
                    <a:pt x="17451" y="21"/>
                    <a:pt x="17156" y="0"/>
                    <a:pt x="16819" y="0"/>
                  </a:cubicBezTo>
                  <a:close/>
                </a:path>
              </a:pathLst>
            </a:custGeom>
            <a:solidFill>
              <a:srgbClr val="8DD8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f8d4e882d8_0_2"/>
            <p:cNvSpPr/>
            <p:nvPr/>
          </p:nvSpPr>
          <p:spPr>
            <a:xfrm>
              <a:off x="3667164" y="5334133"/>
              <a:ext cx="327952" cy="611960"/>
            </a:xfrm>
            <a:custGeom>
              <a:rect b="b" l="l" r="r" t="t"/>
              <a:pathLst>
                <a:path extrusionOk="0" h="32879" w="17620">
                  <a:moveTo>
                    <a:pt x="16039" y="0"/>
                  </a:moveTo>
                  <a:lnTo>
                    <a:pt x="16039" y="0"/>
                  </a:lnTo>
                  <a:cubicBezTo>
                    <a:pt x="14479" y="85"/>
                    <a:pt x="12941" y="169"/>
                    <a:pt x="11381" y="232"/>
                  </a:cubicBezTo>
                  <a:cubicBezTo>
                    <a:pt x="8789" y="338"/>
                    <a:pt x="6217" y="422"/>
                    <a:pt x="3625" y="527"/>
                  </a:cubicBezTo>
                  <a:cubicBezTo>
                    <a:pt x="3456" y="548"/>
                    <a:pt x="3288" y="591"/>
                    <a:pt x="3119" y="633"/>
                  </a:cubicBezTo>
                  <a:cubicBezTo>
                    <a:pt x="2255" y="2361"/>
                    <a:pt x="1222" y="3984"/>
                    <a:pt x="232" y="5649"/>
                  </a:cubicBezTo>
                  <a:cubicBezTo>
                    <a:pt x="0" y="5944"/>
                    <a:pt x="42" y="6365"/>
                    <a:pt x="316" y="6618"/>
                  </a:cubicBezTo>
                  <a:cubicBezTo>
                    <a:pt x="1349" y="8030"/>
                    <a:pt x="2339" y="9464"/>
                    <a:pt x="3393" y="10855"/>
                  </a:cubicBezTo>
                  <a:cubicBezTo>
                    <a:pt x="3688" y="11171"/>
                    <a:pt x="3688" y="11655"/>
                    <a:pt x="3414" y="11972"/>
                  </a:cubicBezTo>
                  <a:cubicBezTo>
                    <a:pt x="2508" y="13447"/>
                    <a:pt x="1644" y="14943"/>
                    <a:pt x="738" y="16398"/>
                  </a:cubicBezTo>
                  <a:cubicBezTo>
                    <a:pt x="527" y="16672"/>
                    <a:pt x="548" y="17072"/>
                    <a:pt x="780" y="17325"/>
                  </a:cubicBezTo>
                  <a:cubicBezTo>
                    <a:pt x="1834" y="18758"/>
                    <a:pt x="2845" y="20212"/>
                    <a:pt x="3899" y="21624"/>
                  </a:cubicBezTo>
                  <a:cubicBezTo>
                    <a:pt x="4152" y="21877"/>
                    <a:pt x="4194" y="22278"/>
                    <a:pt x="3983" y="22573"/>
                  </a:cubicBezTo>
                  <a:cubicBezTo>
                    <a:pt x="3204" y="23901"/>
                    <a:pt x="2403" y="25249"/>
                    <a:pt x="1623" y="26577"/>
                  </a:cubicBezTo>
                  <a:cubicBezTo>
                    <a:pt x="948" y="27673"/>
                    <a:pt x="970" y="27652"/>
                    <a:pt x="1749" y="28706"/>
                  </a:cubicBezTo>
                  <a:cubicBezTo>
                    <a:pt x="2740" y="30097"/>
                    <a:pt x="3709" y="31488"/>
                    <a:pt x="4700" y="32879"/>
                  </a:cubicBezTo>
                  <a:cubicBezTo>
                    <a:pt x="6239" y="32816"/>
                    <a:pt x="7756" y="32710"/>
                    <a:pt x="9295" y="32668"/>
                  </a:cubicBezTo>
                  <a:cubicBezTo>
                    <a:pt x="12077" y="32563"/>
                    <a:pt x="14838" y="32436"/>
                    <a:pt x="17620" y="32247"/>
                  </a:cubicBezTo>
                  <a:cubicBezTo>
                    <a:pt x="16460" y="30666"/>
                    <a:pt x="15343" y="29085"/>
                    <a:pt x="14163" y="27526"/>
                  </a:cubicBezTo>
                  <a:cubicBezTo>
                    <a:pt x="13910" y="27188"/>
                    <a:pt x="13868" y="26957"/>
                    <a:pt x="14100" y="26556"/>
                  </a:cubicBezTo>
                  <a:cubicBezTo>
                    <a:pt x="15027" y="25081"/>
                    <a:pt x="15870" y="23584"/>
                    <a:pt x="16777" y="22109"/>
                  </a:cubicBezTo>
                  <a:cubicBezTo>
                    <a:pt x="17072" y="21645"/>
                    <a:pt x="17072" y="21329"/>
                    <a:pt x="16734" y="20887"/>
                  </a:cubicBezTo>
                  <a:cubicBezTo>
                    <a:pt x="15702" y="19538"/>
                    <a:pt x="14711" y="18147"/>
                    <a:pt x="13678" y="16777"/>
                  </a:cubicBezTo>
                  <a:cubicBezTo>
                    <a:pt x="13447" y="16461"/>
                    <a:pt x="13362" y="16208"/>
                    <a:pt x="13615" y="15786"/>
                  </a:cubicBezTo>
                  <a:cubicBezTo>
                    <a:pt x="14564" y="14311"/>
                    <a:pt x="15428" y="12794"/>
                    <a:pt x="16355" y="11297"/>
                  </a:cubicBezTo>
                  <a:cubicBezTo>
                    <a:pt x="16566" y="10918"/>
                    <a:pt x="16629" y="10665"/>
                    <a:pt x="16313" y="10264"/>
                  </a:cubicBezTo>
                  <a:cubicBezTo>
                    <a:pt x="15449" y="9168"/>
                    <a:pt x="14648" y="8009"/>
                    <a:pt x="13784" y="6892"/>
                  </a:cubicBezTo>
                  <a:cubicBezTo>
                    <a:pt x="12772" y="5543"/>
                    <a:pt x="12793" y="5564"/>
                    <a:pt x="13678" y="4089"/>
                  </a:cubicBezTo>
                  <a:cubicBezTo>
                    <a:pt x="14479" y="2740"/>
                    <a:pt x="15386" y="1434"/>
                    <a:pt x="16039" y="0"/>
                  </a:cubicBezTo>
                  <a:close/>
                </a:path>
              </a:pathLst>
            </a:custGeom>
            <a:solidFill>
              <a:srgbClr val="8DD8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f8d4e882d8_0_2"/>
            <p:cNvSpPr/>
            <p:nvPr/>
          </p:nvSpPr>
          <p:spPr>
            <a:xfrm>
              <a:off x="4722716" y="5282747"/>
              <a:ext cx="332289" cy="612444"/>
            </a:xfrm>
            <a:custGeom>
              <a:rect b="b" l="l" r="r" t="t"/>
              <a:pathLst>
                <a:path extrusionOk="0" h="32905" w="17853">
                  <a:moveTo>
                    <a:pt x="16377" y="0"/>
                  </a:moveTo>
                  <a:lnTo>
                    <a:pt x="3057" y="654"/>
                  </a:lnTo>
                  <a:cubicBezTo>
                    <a:pt x="2108" y="2277"/>
                    <a:pt x="1181" y="3878"/>
                    <a:pt x="233" y="5480"/>
                  </a:cubicBezTo>
                  <a:cubicBezTo>
                    <a:pt x="1" y="5775"/>
                    <a:pt x="22" y="6197"/>
                    <a:pt x="254" y="6492"/>
                  </a:cubicBezTo>
                  <a:cubicBezTo>
                    <a:pt x="1308" y="7904"/>
                    <a:pt x="2298" y="9337"/>
                    <a:pt x="3373" y="10728"/>
                  </a:cubicBezTo>
                  <a:cubicBezTo>
                    <a:pt x="3689" y="11129"/>
                    <a:pt x="3626" y="11381"/>
                    <a:pt x="3394" y="11761"/>
                  </a:cubicBezTo>
                  <a:cubicBezTo>
                    <a:pt x="2530" y="13236"/>
                    <a:pt x="1687" y="14711"/>
                    <a:pt x="781" y="16166"/>
                  </a:cubicBezTo>
                  <a:cubicBezTo>
                    <a:pt x="507" y="16503"/>
                    <a:pt x="528" y="16967"/>
                    <a:pt x="823" y="17283"/>
                  </a:cubicBezTo>
                  <a:cubicBezTo>
                    <a:pt x="1856" y="18653"/>
                    <a:pt x="2846" y="20065"/>
                    <a:pt x="3900" y="21456"/>
                  </a:cubicBezTo>
                  <a:cubicBezTo>
                    <a:pt x="4174" y="21709"/>
                    <a:pt x="4195" y="22151"/>
                    <a:pt x="3963" y="22446"/>
                  </a:cubicBezTo>
                  <a:cubicBezTo>
                    <a:pt x="3036" y="23964"/>
                    <a:pt x="2130" y="25523"/>
                    <a:pt x="1223" y="27062"/>
                  </a:cubicBezTo>
                  <a:cubicBezTo>
                    <a:pt x="1013" y="27315"/>
                    <a:pt x="1034" y="27673"/>
                    <a:pt x="1265" y="27905"/>
                  </a:cubicBezTo>
                  <a:cubicBezTo>
                    <a:pt x="1666" y="28411"/>
                    <a:pt x="2045" y="28917"/>
                    <a:pt x="2382" y="29444"/>
                  </a:cubicBezTo>
                  <a:cubicBezTo>
                    <a:pt x="3183" y="30603"/>
                    <a:pt x="4132" y="31635"/>
                    <a:pt x="4764" y="32900"/>
                  </a:cubicBezTo>
                  <a:cubicBezTo>
                    <a:pt x="4877" y="32903"/>
                    <a:pt x="4990" y="32904"/>
                    <a:pt x="5104" y="32904"/>
                  </a:cubicBezTo>
                  <a:cubicBezTo>
                    <a:pt x="5839" y="32904"/>
                    <a:pt x="6587" y="32849"/>
                    <a:pt x="7335" y="32795"/>
                  </a:cubicBezTo>
                  <a:cubicBezTo>
                    <a:pt x="9822" y="32668"/>
                    <a:pt x="12330" y="32626"/>
                    <a:pt x="14817" y="32479"/>
                  </a:cubicBezTo>
                  <a:cubicBezTo>
                    <a:pt x="15808" y="32415"/>
                    <a:pt x="16820" y="32415"/>
                    <a:pt x="17852" y="32331"/>
                  </a:cubicBezTo>
                  <a:cubicBezTo>
                    <a:pt x="17705" y="32057"/>
                    <a:pt x="17452" y="31973"/>
                    <a:pt x="17262" y="31846"/>
                  </a:cubicBezTo>
                  <a:cubicBezTo>
                    <a:pt x="15787" y="30835"/>
                    <a:pt x="14290" y="29823"/>
                    <a:pt x="12794" y="28811"/>
                  </a:cubicBezTo>
                  <a:cubicBezTo>
                    <a:pt x="12499" y="28622"/>
                    <a:pt x="12351" y="28495"/>
                    <a:pt x="12710" y="28200"/>
                  </a:cubicBezTo>
                  <a:cubicBezTo>
                    <a:pt x="14143" y="27041"/>
                    <a:pt x="15576" y="25819"/>
                    <a:pt x="17051" y="24680"/>
                  </a:cubicBezTo>
                  <a:cubicBezTo>
                    <a:pt x="17578" y="24280"/>
                    <a:pt x="17431" y="24132"/>
                    <a:pt x="16988" y="23837"/>
                  </a:cubicBezTo>
                  <a:cubicBezTo>
                    <a:pt x="15323" y="22741"/>
                    <a:pt x="13679" y="21603"/>
                    <a:pt x="11993" y="20465"/>
                  </a:cubicBezTo>
                  <a:cubicBezTo>
                    <a:pt x="12183" y="20297"/>
                    <a:pt x="12309" y="20170"/>
                    <a:pt x="12478" y="20044"/>
                  </a:cubicBezTo>
                  <a:cubicBezTo>
                    <a:pt x="13827" y="18906"/>
                    <a:pt x="15218" y="17789"/>
                    <a:pt x="16567" y="16650"/>
                  </a:cubicBezTo>
                  <a:cubicBezTo>
                    <a:pt x="17136" y="16187"/>
                    <a:pt x="17136" y="16124"/>
                    <a:pt x="16525" y="15723"/>
                  </a:cubicBezTo>
                  <a:lnTo>
                    <a:pt x="12225" y="12794"/>
                  </a:lnTo>
                  <a:cubicBezTo>
                    <a:pt x="11593" y="12372"/>
                    <a:pt x="11572" y="12351"/>
                    <a:pt x="12183" y="11845"/>
                  </a:cubicBezTo>
                  <a:cubicBezTo>
                    <a:pt x="13532" y="10728"/>
                    <a:pt x="14881" y="9611"/>
                    <a:pt x="16251" y="8536"/>
                  </a:cubicBezTo>
                  <a:cubicBezTo>
                    <a:pt x="16756" y="8157"/>
                    <a:pt x="16672" y="7988"/>
                    <a:pt x="16208" y="7672"/>
                  </a:cubicBezTo>
                  <a:cubicBezTo>
                    <a:pt x="14691" y="6682"/>
                    <a:pt x="13195" y="5628"/>
                    <a:pt x="11698" y="4616"/>
                  </a:cubicBezTo>
                  <a:cubicBezTo>
                    <a:pt x="11340" y="4384"/>
                    <a:pt x="11319" y="4195"/>
                    <a:pt x="11656" y="3942"/>
                  </a:cubicBezTo>
                  <a:cubicBezTo>
                    <a:pt x="12351" y="3373"/>
                    <a:pt x="13026" y="2783"/>
                    <a:pt x="13721" y="2213"/>
                  </a:cubicBezTo>
                  <a:lnTo>
                    <a:pt x="16377" y="0"/>
                  </a:lnTo>
                  <a:close/>
                </a:path>
              </a:pathLst>
            </a:custGeom>
            <a:solidFill>
              <a:srgbClr val="8DD8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3f8d4e882d8_0_2"/>
            <p:cNvSpPr/>
            <p:nvPr/>
          </p:nvSpPr>
          <p:spPr>
            <a:xfrm>
              <a:off x="2628456" y="5385091"/>
              <a:ext cx="307572" cy="614361"/>
            </a:xfrm>
            <a:custGeom>
              <a:rect b="b" l="l" r="r" t="t"/>
              <a:pathLst>
                <a:path extrusionOk="0" h="33008" w="16525">
                  <a:moveTo>
                    <a:pt x="14860" y="0"/>
                  </a:moveTo>
                  <a:cubicBezTo>
                    <a:pt x="13036" y="0"/>
                    <a:pt x="11227" y="156"/>
                    <a:pt x="9400" y="255"/>
                  </a:cubicBezTo>
                  <a:cubicBezTo>
                    <a:pt x="7061" y="382"/>
                    <a:pt x="4722" y="424"/>
                    <a:pt x="2382" y="571"/>
                  </a:cubicBezTo>
                  <a:cubicBezTo>
                    <a:pt x="1644" y="635"/>
                    <a:pt x="886" y="614"/>
                    <a:pt x="0" y="740"/>
                  </a:cubicBezTo>
                  <a:cubicBezTo>
                    <a:pt x="1771" y="1941"/>
                    <a:pt x="3415" y="3058"/>
                    <a:pt x="5080" y="4154"/>
                  </a:cubicBezTo>
                  <a:cubicBezTo>
                    <a:pt x="5417" y="4386"/>
                    <a:pt x="5459" y="4513"/>
                    <a:pt x="5122" y="4765"/>
                  </a:cubicBezTo>
                  <a:cubicBezTo>
                    <a:pt x="3668" y="5946"/>
                    <a:pt x="2256" y="7147"/>
                    <a:pt x="801" y="8306"/>
                  </a:cubicBezTo>
                  <a:cubicBezTo>
                    <a:pt x="359" y="8665"/>
                    <a:pt x="422" y="8833"/>
                    <a:pt x="843" y="9107"/>
                  </a:cubicBezTo>
                  <a:cubicBezTo>
                    <a:pt x="2298" y="10077"/>
                    <a:pt x="3752" y="11088"/>
                    <a:pt x="5206" y="12058"/>
                  </a:cubicBezTo>
                  <a:cubicBezTo>
                    <a:pt x="5860" y="12500"/>
                    <a:pt x="5881" y="12500"/>
                    <a:pt x="5291" y="13006"/>
                  </a:cubicBezTo>
                  <a:cubicBezTo>
                    <a:pt x="5122" y="13154"/>
                    <a:pt x="4932" y="13322"/>
                    <a:pt x="4743" y="13470"/>
                  </a:cubicBezTo>
                  <a:lnTo>
                    <a:pt x="696" y="16800"/>
                  </a:lnTo>
                  <a:cubicBezTo>
                    <a:pt x="928" y="16968"/>
                    <a:pt x="1139" y="17116"/>
                    <a:pt x="1328" y="17242"/>
                  </a:cubicBezTo>
                  <a:cubicBezTo>
                    <a:pt x="2825" y="18254"/>
                    <a:pt x="4300" y="19287"/>
                    <a:pt x="5796" y="20256"/>
                  </a:cubicBezTo>
                  <a:cubicBezTo>
                    <a:pt x="6239" y="20551"/>
                    <a:pt x="6218" y="20720"/>
                    <a:pt x="5839" y="21015"/>
                  </a:cubicBezTo>
                  <a:cubicBezTo>
                    <a:pt x="4426" y="22153"/>
                    <a:pt x="3056" y="23354"/>
                    <a:pt x="1623" y="24493"/>
                  </a:cubicBezTo>
                  <a:cubicBezTo>
                    <a:pt x="1181" y="24851"/>
                    <a:pt x="1181" y="25019"/>
                    <a:pt x="1665" y="25336"/>
                  </a:cubicBezTo>
                  <a:cubicBezTo>
                    <a:pt x="3183" y="26326"/>
                    <a:pt x="4679" y="27359"/>
                    <a:pt x="6197" y="28349"/>
                  </a:cubicBezTo>
                  <a:cubicBezTo>
                    <a:pt x="6555" y="28581"/>
                    <a:pt x="6703" y="28708"/>
                    <a:pt x="6281" y="29045"/>
                  </a:cubicBezTo>
                  <a:cubicBezTo>
                    <a:pt x="5522" y="29614"/>
                    <a:pt x="4806" y="30225"/>
                    <a:pt x="4110" y="30836"/>
                  </a:cubicBezTo>
                  <a:cubicBezTo>
                    <a:pt x="3330" y="31511"/>
                    <a:pt x="2487" y="32080"/>
                    <a:pt x="1792" y="32818"/>
                  </a:cubicBezTo>
                  <a:cubicBezTo>
                    <a:pt x="1813" y="32881"/>
                    <a:pt x="1834" y="32944"/>
                    <a:pt x="1855" y="33007"/>
                  </a:cubicBezTo>
                  <a:lnTo>
                    <a:pt x="16524" y="32249"/>
                  </a:lnTo>
                  <a:cubicBezTo>
                    <a:pt x="16419" y="32059"/>
                    <a:pt x="16313" y="31869"/>
                    <a:pt x="16187" y="31701"/>
                  </a:cubicBezTo>
                  <a:cubicBezTo>
                    <a:pt x="15217" y="30352"/>
                    <a:pt x="14248" y="28982"/>
                    <a:pt x="13257" y="27654"/>
                  </a:cubicBezTo>
                  <a:cubicBezTo>
                    <a:pt x="13025" y="27443"/>
                    <a:pt x="13004" y="27085"/>
                    <a:pt x="13173" y="26832"/>
                  </a:cubicBezTo>
                  <a:cubicBezTo>
                    <a:pt x="14121" y="25293"/>
                    <a:pt x="15007" y="23734"/>
                    <a:pt x="15934" y="22216"/>
                  </a:cubicBezTo>
                  <a:cubicBezTo>
                    <a:pt x="16166" y="21921"/>
                    <a:pt x="16166" y="21500"/>
                    <a:pt x="15913" y="21205"/>
                  </a:cubicBezTo>
                  <a:cubicBezTo>
                    <a:pt x="14859" y="19750"/>
                    <a:pt x="13805" y="18296"/>
                    <a:pt x="12752" y="16863"/>
                  </a:cubicBezTo>
                  <a:cubicBezTo>
                    <a:pt x="12520" y="16631"/>
                    <a:pt x="12499" y="16252"/>
                    <a:pt x="12688" y="15999"/>
                  </a:cubicBezTo>
                  <a:cubicBezTo>
                    <a:pt x="13658" y="14439"/>
                    <a:pt x="14543" y="12859"/>
                    <a:pt x="15491" y="11299"/>
                  </a:cubicBezTo>
                  <a:cubicBezTo>
                    <a:pt x="15681" y="11088"/>
                    <a:pt x="15660" y="10751"/>
                    <a:pt x="15449" y="10561"/>
                  </a:cubicBezTo>
                  <a:cubicBezTo>
                    <a:pt x="14353" y="9107"/>
                    <a:pt x="13299" y="7632"/>
                    <a:pt x="12225" y="6178"/>
                  </a:cubicBezTo>
                  <a:cubicBezTo>
                    <a:pt x="11972" y="5904"/>
                    <a:pt x="11972" y="5503"/>
                    <a:pt x="12182" y="5229"/>
                  </a:cubicBezTo>
                  <a:cubicBezTo>
                    <a:pt x="12583" y="4618"/>
                    <a:pt x="12962" y="4007"/>
                    <a:pt x="13299" y="3374"/>
                  </a:cubicBezTo>
                  <a:cubicBezTo>
                    <a:pt x="13932" y="2236"/>
                    <a:pt x="14691" y="1204"/>
                    <a:pt x="15196" y="2"/>
                  </a:cubicBezTo>
                  <a:cubicBezTo>
                    <a:pt x="15084" y="1"/>
                    <a:pt x="14972" y="0"/>
                    <a:pt x="14860" y="0"/>
                  </a:cubicBezTo>
                  <a:close/>
                </a:path>
              </a:pathLst>
            </a:custGeom>
            <a:solidFill>
              <a:srgbClr val="8DD8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TRAZOS HORIZONTALES 3 A" id="127" name="Google Shape;127;g3f8d4e882d8_0_2"/>
          <p:cNvPicPr preferRelativeResize="0"/>
          <p:nvPr/>
        </p:nvPicPr>
        <p:blipFill rotWithShape="1">
          <a:blip r:embed="rId3">
            <a:alphaModFix/>
          </a:blip>
          <a:srcRect b="0" l="0" r="0" t="0"/>
          <a:stretch/>
        </p:blipFill>
        <p:spPr>
          <a:xfrm>
            <a:off x="150279" y="28036"/>
            <a:ext cx="1206476" cy="1206476"/>
          </a:xfrm>
          <a:prstGeom prst="rect">
            <a:avLst/>
          </a:prstGeom>
          <a:noFill/>
          <a:ln>
            <a:noFill/>
          </a:ln>
        </p:spPr>
      </p:pic>
      <p:pic>
        <p:nvPicPr>
          <p:cNvPr descr="Maestría en Innovación y Estrategias Empresariales – Inicio" id="128" name="Google Shape;128;g3f8d4e882d8_0_2"/>
          <p:cNvPicPr preferRelativeResize="0"/>
          <p:nvPr/>
        </p:nvPicPr>
        <p:blipFill rotWithShape="1">
          <a:blip r:embed="rId4">
            <a:alphaModFix/>
          </a:blip>
          <a:srcRect b="0" l="0" r="0" t="0"/>
          <a:stretch/>
        </p:blipFill>
        <p:spPr>
          <a:xfrm>
            <a:off x="6666772" y="-291803"/>
            <a:ext cx="3511421" cy="2028283"/>
          </a:xfrm>
          <a:prstGeom prst="rect">
            <a:avLst/>
          </a:prstGeom>
          <a:noFill/>
          <a:ln>
            <a:noFill/>
          </a:ln>
        </p:spPr>
      </p:pic>
      <p:pic>
        <p:nvPicPr>
          <p:cNvPr descr="Home - The Patatas - An Education Solutions Consultancy" id="129" name="Google Shape;129;g3f8d4e882d8_0_2"/>
          <p:cNvPicPr preferRelativeResize="0"/>
          <p:nvPr/>
        </p:nvPicPr>
        <p:blipFill rotWithShape="1">
          <a:blip r:embed="rId5">
            <a:alphaModFix/>
          </a:blip>
          <a:srcRect b="0" l="0" r="0" t="0"/>
          <a:stretch/>
        </p:blipFill>
        <p:spPr>
          <a:xfrm>
            <a:off x="1490947" y="1469781"/>
            <a:ext cx="2174859" cy="1453531"/>
          </a:xfrm>
          <a:prstGeom prst="rect">
            <a:avLst/>
          </a:prstGeom>
          <a:noFill/>
          <a:ln>
            <a:noFill/>
          </a:ln>
        </p:spPr>
      </p:pic>
      <p:grpSp>
        <p:nvGrpSpPr>
          <p:cNvPr id="130" name="Google Shape;130;g3f8d4e882d8_0_2"/>
          <p:cNvGrpSpPr/>
          <p:nvPr/>
        </p:nvGrpSpPr>
        <p:grpSpPr>
          <a:xfrm>
            <a:off x="4452150" y="1221187"/>
            <a:ext cx="575563" cy="511767"/>
            <a:chOff x="-164200" y="1462250"/>
            <a:chExt cx="1037425" cy="949475"/>
          </a:xfrm>
        </p:grpSpPr>
        <p:sp>
          <p:nvSpPr>
            <p:cNvPr id="131" name="Google Shape;131;g3f8d4e882d8_0_2"/>
            <p:cNvSpPr/>
            <p:nvPr/>
          </p:nvSpPr>
          <p:spPr>
            <a:xfrm>
              <a:off x="-75800" y="1462250"/>
              <a:ext cx="946050" cy="851550"/>
            </a:xfrm>
            <a:custGeom>
              <a:rect b="b" l="l" r="r" t="t"/>
              <a:pathLst>
                <a:path extrusionOk="0" h="34062" w="37842">
                  <a:moveTo>
                    <a:pt x="35826" y="993"/>
                  </a:moveTo>
                  <a:cubicBezTo>
                    <a:pt x="36076" y="1010"/>
                    <a:pt x="36318" y="1018"/>
                    <a:pt x="36555" y="1018"/>
                  </a:cubicBezTo>
                  <a:cubicBezTo>
                    <a:pt x="36658" y="1018"/>
                    <a:pt x="36759" y="1017"/>
                    <a:pt x="36860" y="1014"/>
                  </a:cubicBezTo>
                  <a:lnTo>
                    <a:pt x="36860" y="1014"/>
                  </a:lnTo>
                  <a:lnTo>
                    <a:pt x="36860" y="33083"/>
                  </a:lnTo>
                  <a:lnTo>
                    <a:pt x="1968" y="33083"/>
                  </a:lnTo>
                  <a:cubicBezTo>
                    <a:pt x="1735" y="33050"/>
                    <a:pt x="1493" y="33033"/>
                    <a:pt x="1251" y="33033"/>
                  </a:cubicBezTo>
                  <a:cubicBezTo>
                    <a:pt x="1145" y="33033"/>
                    <a:pt x="1039" y="33036"/>
                    <a:pt x="934" y="33043"/>
                  </a:cubicBezTo>
                  <a:lnTo>
                    <a:pt x="934" y="33043"/>
                  </a:lnTo>
                  <a:lnTo>
                    <a:pt x="934" y="993"/>
                  </a:lnTo>
                  <a:close/>
                  <a:moveTo>
                    <a:pt x="2019" y="0"/>
                  </a:moveTo>
                  <a:cubicBezTo>
                    <a:pt x="1520" y="0"/>
                    <a:pt x="1023" y="15"/>
                    <a:pt x="534" y="59"/>
                  </a:cubicBezTo>
                  <a:lnTo>
                    <a:pt x="467" y="59"/>
                  </a:lnTo>
                  <a:cubicBezTo>
                    <a:pt x="200" y="59"/>
                    <a:pt x="0" y="260"/>
                    <a:pt x="0" y="526"/>
                  </a:cubicBezTo>
                  <a:lnTo>
                    <a:pt x="0" y="33550"/>
                  </a:lnTo>
                  <a:cubicBezTo>
                    <a:pt x="0" y="33784"/>
                    <a:pt x="200" y="34017"/>
                    <a:pt x="467" y="34017"/>
                  </a:cubicBezTo>
                  <a:lnTo>
                    <a:pt x="32790" y="34017"/>
                  </a:lnTo>
                  <a:cubicBezTo>
                    <a:pt x="33769" y="34017"/>
                    <a:pt x="34777" y="34062"/>
                    <a:pt x="35775" y="34062"/>
                  </a:cubicBezTo>
                  <a:cubicBezTo>
                    <a:pt x="36274" y="34062"/>
                    <a:pt x="36771" y="34050"/>
                    <a:pt x="37260" y="34017"/>
                  </a:cubicBezTo>
                  <a:lnTo>
                    <a:pt x="37327" y="34017"/>
                  </a:lnTo>
                  <a:cubicBezTo>
                    <a:pt x="37686" y="34017"/>
                    <a:pt x="37841" y="33718"/>
                    <a:pt x="37794" y="33458"/>
                  </a:cubicBezTo>
                  <a:lnTo>
                    <a:pt x="37794" y="33458"/>
                  </a:lnTo>
                  <a:lnTo>
                    <a:pt x="37794" y="526"/>
                  </a:lnTo>
                  <a:cubicBezTo>
                    <a:pt x="37794" y="260"/>
                    <a:pt x="37594" y="59"/>
                    <a:pt x="37327" y="59"/>
                  </a:cubicBezTo>
                  <a:lnTo>
                    <a:pt x="5004" y="59"/>
                  </a:lnTo>
                  <a:cubicBezTo>
                    <a:pt x="4025" y="59"/>
                    <a:pt x="3017" y="0"/>
                    <a:pt x="201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f8d4e882d8_0_2"/>
            <p:cNvSpPr/>
            <p:nvPr/>
          </p:nvSpPr>
          <p:spPr>
            <a:xfrm>
              <a:off x="-164200" y="1462700"/>
              <a:ext cx="1037425" cy="949025"/>
            </a:xfrm>
            <a:custGeom>
              <a:rect b="b" l="l" r="r" t="t"/>
              <a:pathLst>
                <a:path extrusionOk="0" h="37961" w="41497">
                  <a:moveTo>
                    <a:pt x="3970" y="1"/>
                  </a:moveTo>
                  <a:cubicBezTo>
                    <a:pt x="3867" y="1"/>
                    <a:pt x="3761" y="42"/>
                    <a:pt x="3670" y="141"/>
                  </a:cubicBezTo>
                  <a:lnTo>
                    <a:pt x="3670" y="175"/>
                  </a:lnTo>
                  <a:lnTo>
                    <a:pt x="934" y="3310"/>
                  </a:lnTo>
                  <a:cubicBezTo>
                    <a:pt x="667" y="3611"/>
                    <a:pt x="67" y="4078"/>
                    <a:pt x="34" y="4545"/>
                  </a:cubicBezTo>
                  <a:cubicBezTo>
                    <a:pt x="0" y="4645"/>
                    <a:pt x="0" y="4778"/>
                    <a:pt x="34" y="4878"/>
                  </a:cubicBezTo>
                  <a:cubicBezTo>
                    <a:pt x="34" y="6946"/>
                    <a:pt x="67" y="9014"/>
                    <a:pt x="100" y="11083"/>
                  </a:cubicBezTo>
                  <a:lnTo>
                    <a:pt x="234" y="21757"/>
                  </a:lnTo>
                  <a:cubicBezTo>
                    <a:pt x="267" y="25193"/>
                    <a:pt x="334" y="28629"/>
                    <a:pt x="367" y="32064"/>
                  </a:cubicBezTo>
                  <a:lnTo>
                    <a:pt x="434" y="35667"/>
                  </a:lnTo>
                  <a:cubicBezTo>
                    <a:pt x="434" y="36234"/>
                    <a:pt x="401" y="36834"/>
                    <a:pt x="434" y="37401"/>
                  </a:cubicBezTo>
                  <a:lnTo>
                    <a:pt x="434" y="37468"/>
                  </a:lnTo>
                  <a:cubicBezTo>
                    <a:pt x="434" y="37735"/>
                    <a:pt x="667" y="37935"/>
                    <a:pt x="901" y="37935"/>
                  </a:cubicBezTo>
                  <a:lnTo>
                    <a:pt x="36993" y="37935"/>
                  </a:lnTo>
                  <a:cubicBezTo>
                    <a:pt x="37227" y="37952"/>
                    <a:pt x="37460" y="37960"/>
                    <a:pt x="37694" y="37960"/>
                  </a:cubicBezTo>
                  <a:cubicBezTo>
                    <a:pt x="37927" y="37960"/>
                    <a:pt x="38161" y="37952"/>
                    <a:pt x="38394" y="37935"/>
                  </a:cubicBezTo>
                  <a:cubicBezTo>
                    <a:pt x="38928" y="37902"/>
                    <a:pt x="39228" y="37068"/>
                    <a:pt x="39462" y="36701"/>
                  </a:cubicBezTo>
                  <a:lnTo>
                    <a:pt x="40963" y="34299"/>
                  </a:lnTo>
                  <a:lnTo>
                    <a:pt x="41263" y="33799"/>
                  </a:lnTo>
                  <a:cubicBezTo>
                    <a:pt x="41496" y="33426"/>
                    <a:pt x="41175" y="33085"/>
                    <a:pt x="40847" y="33085"/>
                  </a:cubicBezTo>
                  <a:cubicBezTo>
                    <a:pt x="40705" y="33085"/>
                    <a:pt x="40563" y="33148"/>
                    <a:pt x="40462" y="33299"/>
                  </a:cubicBezTo>
                  <a:lnTo>
                    <a:pt x="38172" y="37001"/>
                  </a:lnTo>
                  <a:lnTo>
                    <a:pt x="2469" y="37001"/>
                  </a:lnTo>
                  <a:cubicBezTo>
                    <a:pt x="2219" y="36968"/>
                    <a:pt x="1968" y="36951"/>
                    <a:pt x="1718" y="36951"/>
                  </a:cubicBezTo>
                  <a:cubicBezTo>
                    <a:pt x="1599" y="36951"/>
                    <a:pt x="1481" y="36955"/>
                    <a:pt x="1362" y="36962"/>
                  </a:cubicBezTo>
                  <a:lnTo>
                    <a:pt x="1362" y="36962"/>
                  </a:lnTo>
                  <a:lnTo>
                    <a:pt x="1234" y="26327"/>
                  </a:lnTo>
                  <a:cubicBezTo>
                    <a:pt x="1168" y="20423"/>
                    <a:pt x="1101" y="14485"/>
                    <a:pt x="1001" y="8581"/>
                  </a:cubicBezTo>
                  <a:cubicBezTo>
                    <a:pt x="1001" y="7306"/>
                    <a:pt x="971" y="6001"/>
                    <a:pt x="968" y="4723"/>
                  </a:cubicBezTo>
                  <a:lnTo>
                    <a:pt x="968" y="4723"/>
                  </a:lnTo>
                  <a:lnTo>
                    <a:pt x="4337" y="809"/>
                  </a:lnTo>
                  <a:cubicBezTo>
                    <a:pt x="4645" y="474"/>
                    <a:pt x="4319" y="1"/>
                    <a:pt x="3970"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f8d4e882d8_0_2"/>
            <p:cNvSpPr/>
            <p:nvPr/>
          </p:nvSpPr>
          <p:spPr>
            <a:xfrm>
              <a:off x="-159200" y="1543150"/>
              <a:ext cx="108425" cy="122000"/>
            </a:xfrm>
            <a:custGeom>
              <a:rect b="b" l="l" r="r" t="t"/>
              <a:pathLst>
                <a:path extrusionOk="0" h="4880" w="4337">
                  <a:moveTo>
                    <a:pt x="3816" y="1"/>
                  </a:moveTo>
                  <a:cubicBezTo>
                    <a:pt x="3695" y="1"/>
                    <a:pt x="3570" y="42"/>
                    <a:pt x="3470" y="126"/>
                  </a:cubicBezTo>
                  <a:lnTo>
                    <a:pt x="601" y="3595"/>
                  </a:lnTo>
                  <a:lnTo>
                    <a:pt x="167" y="4062"/>
                  </a:lnTo>
                  <a:cubicBezTo>
                    <a:pt x="0" y="4262"/>
                    <a:pt x="0" y="4562"/>
                    <a:pt x="167" y="4729"/>
                  </a:cubicBezTo>
                  <a:cubicBezTo>
                    <a:pt x="267" y="4829"/>
                    <a:pt x="384" y="4879"/>
                    <a:pt x="501" y="4879"/>
                  </a:cubicBezTo>
                  <a:cubicBezTo>
                    <a:pt x="618" y="4879"/>
                    <a:pt x="734" y="4829"/>
                    <a:pt x="834" y="4729"/>
                  </a:cubicBezTo>
                  <a:lnTo>
                    <a:pt x="3736" y="1293"/>
                  </a:lnTo>
                  <a:lnTo>
                    <a:pt x="4137" y="793"/>
                  </a:lnTo>
                  <a:cubicBezTo>
                    <a:pt x="4337" y="626"/>
                    <a:pt x="4337" y="326"/>
                    <a:pt x="4137" y="126"/>
                  </a:cubicBezTo>
                  <a:cubicBezTo>
                    <a:pt x="4053" y="42"/>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f8d4e882d8_0_2"/>
            <p:cNvSpPr/>
            <p:nvPr/>
          </p:nvSpPr>
          <p:spPr>
            <a:xfrm>
              <a:off x="-163400" y="1609475"/>
              <a:ext cx="116000" cy="122150"/>
            </a:xfrm>
            <a:custGeom>
              <a:rect b="b" l="l" r="r" t="t"/>
              <a:pathLst>
                <a:path extrusionOk="0" h="4886" w="4640">
                  <a:moveTo>
                    <a:pt x="3969" y="1"/>
                  </a:moveTo>
                  <a:cubicBezTo>
                    <a:pt x="3860" y="1"/>
                    <a:pt x="3744" y="42"/>
                    <a:pt x="3638" y="141"/>
                  </a:cubicBezTo>
                  <a:lnTo>
                    <a:pt x="769" y="3610"/>
                  </a:lnTo>
                  <a:lnTo>
                    <a:pt x="335" y="4077"/>
                  </a:lnTo>
                  <a:cubicBezTo>
                    <a:pt x="1" y="4412"/>
                    <a:pt x="321" y="4885"/>
                    <a:pt x="684" y="4885"/>
                  </a:cubicBezTo>
                  <a:cubicBezTo>
                    <a:pt x="792" y="4885"/>
                    <a:pt x="903" y="4844"/>
                    <a:pt x="1002" y="4745"/>
                  </a:cubicBezTo>
                  <a:cubicBezTo>
                    <a:pt x="1970" y="3610"/>
                    <a:pt x="2937" y="2443"/>
                    <a:pt x="3904" y="1309"/>
                  </a:cubicBezTo>
                  <a:lnTo>
                    <a:pt x="4305" y="808"/>
                  </a:lnTo>
                  <a:cubicBezTo>
                    <a:pt x="4639" y="474"/>
                    <a:pt x="4339" y="1"/>
                    <a:pt x="396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f8d4e882d8_0_2"/>
            <p:cNvSpPr/>
            <p:nvPr/>
          </p:nvSpPr>
          <p:spPr>
            <a:xfrm>
              <a:off x="-159200" y="1676575"/>
              <a:ext cx="108425" cy="121375"/>
            </a:xfrm>
            <a:custGeom>
              <a:rect b="b" l="l" r="r" t="t"/>
              <a:pathLst>
                <a:path extrusionOk="0" h="4855" w="4337">
                  <a:moveTo>
                    <a:pt x="3816" y="1"/>
                  </a:moveTo>
                  <a:cubicBezTo>
                    <a:pt x="3695" y="1"/>
                    <a:pt x="3570" y="43"/>
                    <a:pt x="3470" y="126"/>
                  </a:cubicBezTo>
                  <a:lnTo>
                    <a:pt x="601" y="3595"/>
                  </a:lnTo>
                  <a:lnTo>
                    <a:pt x="167" y="4062"/>
                  </a:lnTo>
                  <a:cubicBezTo>
                    <a:pt x="0" y="4262"/>
                    <a:pt x="0" y="4529"/>
                    <a:pt x="167" y="4729"/>
                  </a:cubicBezTo>
                  <a:cubicBezTo>
                    <a:pt x="267" y="4813"/>
                    <a:pt x="384" y="4854"/>
                    <a:pt x="501" y="4854"/>
                  </a:cubicBezTo>
                  <a:cubicBezTo>
                    <a:pt x="618" y="4854"/>
                    <a:pt x="734" y="4813"/>
                    <a:pt x="834" y="4729"/>
                  </a:cubicBezTo>
                  <a:cubicBezTo>
                    <a:pt x="1802" y="3595"/>
                    <a:pt x="2769" y="2428"/>
                    <a:pt x="3736" y="1293"/>
                  </a:cubicBezTo>
                  <a:lnTo>
                    <a:pt x="4137" y="793"/>
                  </a:lnTo>
                  <a:cubicBezTo>
                    <a:pt x="4337" y="593"/>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f8d4e882d8_0_2"/>
            <p:cNvSpPr/>
            <p:nvPr/>
          </p:nvSpPr>
          <p:spPr>
            <a:xfrm>
              <a:off x="-159200" y="1743300"/>
              <a:ext cx="108425" cy="121350"/>
            </a:xfrm>
            <a:custGeom>
              <a:rect b="b" l="l" r="r" t="t"/>
              <a:pathLst>
                <a:path extrusionOk="0" h="4854" w="4337">
                  <a:moveTo>
                    <a:pt x="3816" y="0"/>
                  </a:moveTo>
                  <a:cubicBezTo>
                    <a:pt x="3695" y="0"/>
                    <a:pt x="3570" y="42"/>
                    <a:pt x="3470" y="125"/>
                  </a:cubicBezTo>
                  <a:lnTo>
                    <a:pt x="601" y="3595"/>
                  </a:lnTo>
                  <a:lnTo>
                    <a:pt x="167" y="4062"/>
                  </a:lnTo>
                  <a:cubicBezTo>
                    <a:pt x="0" y="4262"/>
                    <a:pt x="0" y="4529"/>
                    <a:pt x="167" y="4729"/>
                  </a:cubicBezTo>
                  <a:cubicBezTo>
                    <a:pt x="267" y="4812"/>
                    <a:pt x="384" y="4854"/>
                    <a:pt x="501" y="4854"/>
                  </a:cubicBezTo>
                  <a:cubicBezTo>
                    <a:pt x="618" y="4854"/>
                    <a:pt x="734" y="4812"/>
                    <a:pt x="834" y="4729"/>
                  </a:cubicBezTo>
                  <a:cubicBezTo>
                    <a:pt x="1802" y="3595"/>
                    <a:pt x="2769" y="2427"/>
                    <a:pt x="3736" y="1293"/>
                  </a:cubicBezTo>
                  <a:lnTo>
                    <a:pt x="4137" y="793"/>
                  </a:lnTo>
                  <a:cubicBezTo>
                    <a:pt x="4337" y="626"/>
                    <a:pt x="4337" y="326"/>
                    <a:pt x="4137" y="125"/>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f8d4e882d8_0_2"/>
            <p:cNvSpPr/>
            <p:nvPr/>
          </p:nvSpPr>
          <p:spPr>
            <a:xfrm>
              <a:off x="-159200" y="1809375"/>
              <a:ext cx="108425" cy="122000"/>
            </a:xfrm>
            <a:custGeom>
              <a:rect b="b" l="l" r="r" t="t"/>
              <a:pathLst>
                <a:path extrusionOk="0" h="4880" w="4337">
                  <a:moveTo>
                    <a:pt x="3816" y="1"/>
                  </a:moveTo>
                  <a:cubicBezTo>
                    <a:pt x="3695" y="1"/>
                    <a:pt x="3570" y="51"/>
                    <a:pt x="3470" y="151"/>
                  </a:cubicBezTo>
                  <a:lnTo>
                    <a:pt x="601" y="3587"/>
                  </a:lnTo>
                  <a:lnTo>
                    <a:pt x="167" y="4087"/>
                  </a:lnTo>
                  <a:cubicBezTo>
                    <a:pt x="0" y="4254"/>
                    <a:pt x="0" y="4554"/>
                    <a:pt x="167" y="4754"/>
                  </a:cubicBezTo>
                  <a:cubicBezTo>
                    <a:pt x="267" y="4838"/>
                    <a:pt x="384" y="4879"/>
                    <a:pt x="501" y="4879"/>
                  </a:cubicBezTo>
                  <a:cubicBezTo>
                    <a:pt x="618" y="4879"/>
                    <a:pt x="734" y="4838"/>
                    <a:pt x="834" y="4754"/>
                  </a:cubicBezTo>
                  <a:cubicBezTo>
                    <a:pt x="1802" y="3587"/>
                    <a:pt x="2769" y="2453"/>
                    <a:pt x="3736" y="1285"/>
                  </a:cubicBezTo>
                  <a:lnTo>
                    <a:pt x="4137" y="818"/>
                  </a:lnTo>
                  <a:cubicBezTo>
                    <a:pt x="4337" y="618"/>
                    <a:pt x="4337" y="318"/>
                    <a:pt x="4137" y="151"/>
                  </a:cubicBezTo>
                  <a:cubicBezTo>
                    <a:pt x="4053" y="51"/>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3f8d4e882d8_0_2"/>
            <p:cNvSpPr/>
            <p:nvPr/>
          </p:nvSpPr>
          <p:spPr>
            <a:xfrm>
              <a:off x="-160025" y="1876100"/>
              <a:ext cx="109250" cy="121775"/>
            </a:xfrm>
            <a:custGeom>
              <a:rect b="b" l="l" r="r" t="t"/>
              <a:pathLst>
                <a:path extrusionOk="0" h="4871" w="4370">
                  <a:moveTo>
                    <a:pt x="3849" y="1"/>
                  </a:moveTo>
                  <a:cubicBezTo>
                    <a:pt x="3728" y="1"/>
                    <a:pt x="3603" y="51"/>
                    <a:pt x="3503" y="151"/>
                  </a:cubicBezTo>
                  <a:lnTo>
                    <a:pt x="600" y="3586"/>
                  </a:lnTo>
                  <a:lnTo>
                    <a:pt x="200" y="4087"/>
                  </a:lnTo>
                  <a:cubicBezTo>
                    <a:pt x="0" y="4254"/>
                    <a:pt x="0" y="4554"/>
                    <a:pt x="200" y="4721"/>
                  </a:cubicBezTo>
                  <a:cubicBezTo>
                    <a:pt x="284" y="4821"/>
                    <a:pt x="400" y="4871"/>
                    <a:pt x="521" y="4871"/>
                  </a:cubicBezTo>
                  <a:cubicBezTo>
                    <a:pt x="642" y="4871"/>
                    <a:pt x="767" y="4821"/>
                    <a:pt x="867" y="4721"/>
                  </a:cubicBezTo>
                  <a:lnTo>
                    <a:pt x="867" y="4754"/>
                  </a:lnTo>
                  <a:lnTo>
                    <a:pt x="3769" y="1285"/>
                  </a:lnTo>
                  <a:lnTo>
                    <a:pt x="4170" y="818"/>
                  </a:lnTo>
                  <a:cubicBezTo>
                    <a:pt x="4370" y="618"/>
                    <a:pt x="4370" y="317"/>
                    <a:pt x="4170" y="151"/>
                  </a:cubicBezTo>
                  <a:cubicBezTo>
                    <a:pt x="4086" y="51"/>
                    <a:pt x="3970" y="1"/>
                    <a:pt x="384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3f8d4e882d8_0_2"/>
            <p:cNvSpPr/>
            <p:nvPr/>
          </p:nvSpPr>
          <p:spPr>
            <a:xfrm>
              <a:off x="-159200" y="1942825"/>
              <a:ext cx="108425" cy="121775"/>
            </a:xfrm>
            <a:custGeom>
              <a:rect b="b" l="l" r="r" t="t"/>
              <a:pathLst>
                <a:path extrusionOk="0" h="4871" w="4337">
                  <a:moveTo>
                    <a:pt x="3816" y="0"/>
                  </a:moveTo>
                  <a:cubicBezTo>
                    <a:pt x="3695" y="0"/>
                    <a:pt x="3570" y="50"/>
                    <a:pt x="3470" y="150"/>
                  </a:cubicBezTo>
                  <a:lnTo>
                    <a:pt x="601" y="3586"/>
                  </a:lnTo>
                  <a:lnTo>
                    <a:pt x="167" y="4086"/>
                  </a:lnTo>
                  <a:cubicBezTo>
                    <a:pt x="0" y="4253"/>
                    <a:pt x="0" y="4553"/>
                    <a:pt x="167" y="4720"/>
                  </a:cubicBezTo>
                  <a:cubicBezTo>
                    <a:pt x="267" y="4820"/>
                    <a:pt x="384" y="4870"/>
                    <a:pt x="501" y="4870"/>
                  </a:cubicBezTo>
                  <a:cubicBezTo>
                    <a:pt x="618" y="4870"/>
                    <a:pt x="734" y="4820"/>
                    <a:pt x="834" y="4720"/>
                  </a:cubicBezTo>
                  <a:lnTo>
                    <a:pt x="3736" y="1284"/>
                  </a:lnTo>
                  <a:lnTo>
                    <a:pt x="4137" y="817"/>
                  </a:lnTo>
                  <a:cubicBezTo>
                    <a:pt x="4337" y="617"/>
                    <a:pt x="4337" y="317"/>
                    <a:pt x="4137" y="150"/>
                  </a:cubicBezTo>
                  <a:cubicBezTo>
                    <a:pt x="4053" y="50"/>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f8d4e882d8_0_2"/>
            <p:cNvSpPr/>
            <p:nvPr/>
          </p:nvSpPr>
          <p:spPr>
            <a:xfrm>
              <a:off x="-163325" y="2008925"/>
              <a:ext cx="115925" cy="122250"/>
            </a:xfrm>
            <a:custGeom>
              <a:rect b="b" l="l" r="r" t="t"/>
              <a:pathLst>
                <a:path extrusionOk="0" h="4890" w="4637">
                  <a:moveTo>
                    <a:pt x="3966" y="1"/>
                  </a:moveTo>
                  <a:cubicBezTo>
                    <a:pt x="3857" y="1"/>
                    <a:pt x="3741" y="42"/>
                    <a:pt x="3635" y="141"/>
                  </a:cubicBezTo>
                  <a:lnTo>
                    <a:pt x="766" y="3611"/>
                  </a:lnTo>
                  <a:lnTo>
                    <a:pt x="332" y="4078"/>
                  </a:lnTo>
                  <a:cubicBezTo>
                    <a:pt x="0" y="4435"/>
                    <a:pt x="313" y="4890"/>
                    <a:pt x="672" y="4890"/>
                  </a:cubicBezTo>
                  <a:cubicBezTo>
                    <a:pt x="783" y="4890"/>
                    <a:pt x="897" y="4847"/>
                    <a:pt x="999" y="4745"/>
                  </a:cubicBezTo>
                  <a:cubicBezTo>
                    <a:pt x="1967" y="3611"/>
                    <a:pt x="2934" y="2443"/>
                    <a:pt x="3901" y="1309"/>
                  </a:cubicBezTo>
                  <a:lnTo>
                    <a:pt x="4302" y="809"/>
                  </a:lnTo>
                  <a:cubicBezTo>
                    <a:pt x="4636" y="474"/>
                    <a:pt x="4336" y="1"/>
                    <a:pt x="396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g3f8d4e882d8_0_2"/>
            <p:cNvSpPr/>
            <p:nvPr/>
          </p:nvSpPr>
          <p:spPr>
            <a:xfrm>
              <a:off x="-159200" y="2076025"/>
              <a:ext cx="108425" cy="122000"/>
            </a:xfrm>
            <a:custGeom>
              <a:rect b="b" l="l" r="r" t="t"/>
              <a:pathLst>
                <a:path extrusionOk="0" h="4880" w="4337">
                  <a:moveTo>
                    <a:pt x="3816" y="1"/>
                  </a:moveTo>
                  <a:cubicBezTo>
                    <a:pt x="3695" y="1"/>
                    <a:pt x="3570" y="43"/>
                    <a:pt x="3470" y="126"/>
                  </a:cubicBezTo>
                  <a:lnTo>
                    <a:pt x="601" y="3595"/>
                  </a:lnTo>
                  <a:lnTo>
                    <a:pt x="167" y="4062"/>
                  </a:lnTo>
                  <a:cubicBezTo>
                    <a:pt x="0" y="4262"/>
                    <a:pt x="0" y="4563"/>
                    <a:pt x="167" y="4729"/>
                  </a:cubicBezTo>
                  <a:cubicBezTo>
                    <a:pt x="267" y="4829"/>
                    <a:pt x="384" y="4879"/>
                    <a:pt x="501" y="4879"/>
                  </a:cubicBezTo>
                  <a:cubicBezTo>
                    <a:pt x="618" y="4879"/>
                    <a:pt x="734" y="4829"/>
                    <a:pt x="834" y="4729"/>
                  </a:cubicBezTo>
                  <a:cubicBezTo>
                    <a:pt x="1802" y="3595"/>
                    <a:pt x="2769" y="2428"/>
                    <a:pt x="3736" y="1294"/>
                  </a:cubicBezTo>
                  <a:lnTo>
                    <a:pt x="4137" y="793"/>
                  </a:lnTo>
                  <a:cubicBezTo>
                    <a:pt x="4337" y="626"/>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3f8d4e882d8_0_2"/>
            <p:cNvSpPr/>
            <p:nvPr/>
          </p:nvSpPr>
          <p:spPr>
            <a:xfrm>
              <a:off x="-159200" y="2142750"/>
              <a:ext cx="108425" cy="121350"/>
            </a:xfrm>
            <a:custGeom>
              <a:rect b="b" l="l" r="r" t="t"/>
              <a:pathLst>
                <a:path extrusionOk="0" h="4854" w="4337">
                  <a:moveTo>
                    <a:pt x="3816" y="0"/>
                  </a:moveTo>
                  <a:cubicBezTo>
                    <a:pt x="3695" y="0"/>
                    <a:pt x="3570" y="42"/>
                    <a:pt x="3470" y="126"/>
                  </a:cubicBezTo>
                  <a:lnTo>
                    <a:pt x="601" y="3595"/>
                  </a:lnTo>
                  <a:lnTo>
                    <a:pt x="167" y="4062"/>
                  </a:lnTo>
                  <a:cubicBezTo>
                    <a:pt x="0" y="4262"/>
                    <a:pt x="0" y="4529"/>
                    <a:pt x="167" y="4729"/>
                  </a:cubicBezTo>
                  <a:cubicBezTo>
                    <a:pt x="267" y="4812"/>
                    <a:pt x="392" y="4854"/>
                    <a:pt x="513" y="4854"/>
                  </a:cubicBezTo>
                  <a:cubicBezTo>
                    <a:pt x="634" y="4854"/>
                    <a:pt x="751" y="4812"/>
                    <a:pt x="834" y="4729"/>
                  </a:cubicBezTo>
                  <a:cubicBezTo>
                    <a:pt x="1802" y="3595"/>
                    <a:pt x="2769" y="2427"/>
                    <a:pt x="3736" y="1293"/>
                  </a:cubicBezTo>
                  <a:lnTo>
                    <a:pt x="4137" y="793"/>
                  </a:lnTo>
                  <a:cubicBezTo>
                    <a:pt x="4337" y="593"/>
                    <a:pt x="4337" y="326"/>
                    <a:pt x="4137" y="126"/>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3f8d4e882d8_0_2"/>
            <p:cNvSpPr/>
            <p:nvPr/>
          </p:nvSpPr>
          <p:spPr>
            <a:xfrm>
              <a:off x="-160025" y="2209475"/>
              <a:ext cx="109250" cy="121975"/>
            </a:xfrm>
            <a:custGeom>
              <a:rect b="b" l="l" r="r" t="t"/>
              <a:pathLst>
                <a:path extrusionOk="0" h="4879" w="4370">
                  <a:moveTo>
                    <a:pt x="3849" y="0"/>
                  </a:moveTo>
                  <a:cubicBezTo>
                    <a:pt x="3728" y="0"/>
                    <a:pt x="3603" y="42"/>
                    <a:pt x="3503" y="125"/>
                  </a:cubicBezTo>
                  <a:lnTo>
                    <a:pt x="600" y="3594"/>
                  </a:lnTo>
                  <a:lnTo>
                    <a:pt x="200" y="4095"/>
                  </a:lnTo>
                  <a:cubicBezTo>
                    <a:pt x="0" y="4261"/>
                    <a:pt x="0" y="4562"/>
                    <a:pt x="200" y="4728"/>
                  </a:cubicBezTo>
                  <a:cubicBezTo>
                    <a:pt x="284" y="4829"/>
                    <a:pt x="400" y="4879"/>
                    <a:pt x="521" y="4879"/>
                  </a:cubicBezTo>
                  <a:cubicBezTo>
                    <a:pt x="642" y="4879"/>
                    <a:pt x="767" y="4829"/>
                    <a:pt x="867" y="4728"/>
                  </a:cubicBezTo>
                  <a:cubicBezTo>
                    <a:pt x="1835" y="3561"/>
                    <a:pt x="2802" y="2427"/>
                    <a:pt x="3769" y="1259"/>
                  </a:cubicBezTo>
                  <a:lnTo>
                    <a:pt x="4170" y="792"/>
                  </a:lnTo>
                  <a:cubicBezTo>
                    <a:pt x="4370" y="592"/>
                    <a:pt x="4370" y="325"/>
                    <a:pt x="4170" y="125"/>
                  </a:cubicBezTo>
                  <a:cubicBezTo>
                    <a:pt x="4086" y="42"/>
                    <a:pt x="3970" y="0"/>
                    <a:pt x="384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f8d4e882d8_0_2"/>
            <p:cNvSpPr/>
            <p:nvPr/>
          </p:nvSpPr>
          <p:spPr>
            <a:xfrm>
              <a:off x="-154200" y="2288900"/>
              <a:ext cx="102600" cy="119475"/>
            </a:xfrm>
            <a:custGeom>
              <a:rect b="b" l="l" r="r" t="t"/>
              <a:pathLst>
                <a:path extrusionOk="0" h="4779" w="4104">
                  <a:moveTo>
                    <a:pt x="3603" y="0"/>
                  </a:moveTo>
                  <a:cubicBezTo>
                    <a:pt x="3486" y="0"/>
                    <a:pt x="3370" y="50"/>
                    <a:pt x="3270" y="150"/>
                  </a:cubicBezTo>
                  <a:lnTo>
                    <a:pt x="568" y="3520"/>
                  </a:lnTo>
                  <a:lnTo>
                    <a:pt x="167" y="3987"/>
                  </a:lnTo>
                  <a:cubicBezTo>
                    <a:pt x="1" y="4153"/>
                    <a:pt x="1"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3f8d4e882d8_0_2"/>
            <p:cNvSpPr/>
            <p:nvPr/>
          </p:nvSpPr>
          <p:spPr>
            <a:xfrm>
              <a:off x="-76650" y="2288900"/>
              <a:ext cx="102600" cy="119475"/>
            </a:xfrm>
            <a:custGeom>
              <a:rect b="b" l="l" r="r" t="t"/>
              <a:pathLst>
                <a:path extrusionOk="0" h="4779" w="4104">
                  <a:moveTo>
                    <a:pt x="3591" y="0"/>
                  </a:moveTo>
                  <a:cubicBezTo>
                    <a:pt x="3470" y="0"/>
                    <a:pt x="3353" y="50"/>
                    <a:pt x="3270" y="150"/>
                  </a:cubicBezTo>
                  <a:cubicBezTo>
                    <a:pt x="2369" y="1251"/>
                    <a:pt x="1468" y="2385"/>
                    <a:pt x="568" y="3520"/>
                  </a:cubicBezTo>
                  <a:lnTo>
                    <a:pt x="168" y="3987"/>
                  </a:lnTo>
                  <a:cubicBezTo>
                    <a:pt x="1" y="4153"/>
                    <a:pt x="1" y="4454"/>
                    <a:pt x="168" y="4654"/>
                  </a:cubicBezTo>
                  <a:cubicBezTo>
                    <a:pt x="268" y="4737"/>
                    <a:pt x="384" y="4779"/>
                    <a:pt x="501" y="4779"/>
                  </a:cubicBezTo>
                  <a:cubicBezTo>
                    <a:pt x="618" y="4779"/>
                    <a:pt x="735"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f8d4e882d8_0_2"/>
            <p:cNvSpPr/>
            <p:nvPr/>
          </p:nvSpPr>
          <p:spPr>
            <a:xfrm>
              <a:off x="75" y="2288900"/>
              <a:ext cx="102600" cy="119475"/>
            </a:xfrm>
            <a:custGeom>
              <a:rect b="b" l="l" r="r" t="t"/>
              <a:pathLst>
                <a:path extrusionOk="0" h="4779" w="4104">
                  <a:moveTo>
                    <a:pt x="3616" y="0"/>
                  </a:moveTo>
                  <a:cubicBezTo>
                    <a:pt x="3495" y="0"/>
                    <a:pt x="3370" y="50"/>
                    <a:pt x="3270" y="150"/>
                  </a:cubicBezTo>
                  <a:cubicBezTo>
                    <a:pt x="2369" y="1251"/>
                    <a:pt x="1468" y="2385"/>
                    <a:pt x="568" y="3520"/>
                  </a:cubicBezTo>
                  <a:lnTo>
                    <a:pt x="201" y="3987"/>
                  </a:lnTo>
                  <a:cubicBezTo>
                    <a:pt x="1" y="4153"/>
                    <a:pt x="1" y="4454"/>
                    <a:pt x="201" y="4654"/>
                  </a:cubicBezTo>
                  <a:cubicBezTo>
                    <a:pt x="284" y="4737"/>
                    <a:pt x="401" y="4779"/>
                    <a:pt x="522" y="4779"/>
                  </a:cubicBezTo>
                  <a:cubicBezTo>
                    <a:pt x="643" y="4779"/>
                    <a:pt x="768" y="4737"/>
                    <a:pt x="868" y="4654"/>
                  </a:cubicBezTo>
                  <a:lnTo>
                    <a:pt x="3570" y="1285"/>
                  </a:lnTo>
                  <a:lnTo>
                    <a:pt x="3937" y="818"/>
                  </a:lnTo>
                  <a:cubicBezTo>
                    <a:pt x="4104" y="617"/>
                    <a:pt x="4104" y="317"/>
                    <a:pt x="3937" y="150"/>
                  </a:cubicBezTo>
                  <a:cubicBezTo>
                    <a:pt x="3853" y="50"/>
                    <a:pt x="3737" y="0"/>
                    <a:pt x="36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3f8d4e882d8_0_2"/>
            <p:cNvSpPr/>
            <p:nvPr/>
          </p:nvSpPr>
          <p:spPr>
            <a:xfrm>
              <a:off x="77625" y="2288900"/>
              <a:ext cx="102600" cy="119475"/>
            </a:xfrm>
            <a:custGeom>
              <a:rect b="b" l="l" r="r" t="t"/>
              <a:pathLst>
                <a:path extrusionOk="0" h="4779" w="4104">
                  <a:moveTo>
                    <a:pt x="3591" y="0"/>
                  </a:moveTo>
                  <a:cubicBezTo>
                    <a:pt x="3470" y="0"/>
                    <a:pt x="3353" y="50"/>
                    <a:pt x="3270" y="150"/>
                  </a:cubicBezTo>
                  <a:cubicBezTo>
                    <a:pt x="2369" y="1251"/>
                    <a:pt x="1469" y="2385"/>
                    <a:pt x="568" y="3520"/>
                  </a:cubicBezTo>
                  <a:lnTo>
                    <a:pt x="168" y="3987"/>
                  </a:lnTo>
                  <a:cubicBezTo>
                    <a:pt x="1" y="4153"/>
                    <a:pt x="1" y="4454"/>
                    <a:pt x="168" y="4654"/>
                  </a:cubicBezTo>
                  <a:cubicBezTo>
                    <a:pt x="268" y="4737"/>
                    <a:pt x="393" y="4779"/>
                    <a:pt x="514" y="4779"/>
                  </a:cubicBezTo>
                  <a:cubicBezTo>
                    <a:pt x="635" y="4779"/>
                    <a:pt x="751"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f8d4e882d8_0_2"/>
            <p:cNvSpPr/>
            <p:nvPr/>
          </p:nvSpPr>
          <p:spPr>
            <a:xfrm>
              <a:off x="155200" y="2288900"/>
              <a:ext cx="102575" cy="119475"/>
            </a:xfrm>
            <a:custGeom>
              <a:rect b="b" l="l" r="r" t="t"/>
              <a:pathLst>
                <a:path extrusionOk="0" h="4779" w="4103">
                  <a:moveTo>
                    <a:pt x="3590" y="0"/>
                  </a:moveTo>
                  <a:cubicBezTo>
                    <a:pt x="3469" y="0"/>
                    <a:pt x="3352" y="50"/>
                    <a:pt x="3269" y="150"/>
                  </a:cubicBezTo>
                  <a:cubicBezTo>
                    <a:pt x="2368" y="1251"/>
                    <a:pt x="1434" y="2385"/>
                    <a:pt x="534" y="3520"/>
                  </a:cubicBezTo>
                  <a:lnTo>
                    <a:pt x="167" y="3987"/>
                  </a:lnTo>
                  <a:cubicBezTo>
                    <a:pt x="0" y="4153"/>
                    <a:pt x="0" y="4454"/>
                    <a:pt x="167" y="4654"/>
                  </a:cubicBezTo>
                  <a:cubicBezTo>
                    <a:pt x="250" y="4737"/>
                    <a:pt x="367" y="4779"/>
                    <a:pt x="488" y="4779"/>
                  </a:cubicBezTo>
                  <a:cubicBezTo>
                    <a:pt x="609"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f8d4e882d8_0_2"/>
            <p:cNvSpPr/>
            <p:nvPr/>
          </p:nvSpPr>
          <p:spPr>
            <a:xfrm>
              <a:off x="232750" y="2288900"/>
              <a:ext cx="102600" cy="119475"/>
            </a:xfrm>
            <a:custGeom>
              <a:rect b="b" l="l" r="r" t="t"/>
              <a:pathLst>
                <a:path extrusionOk="0" h="4779" w="4104">
                  <a:moveTo>
                    <a:pt x="3590" y="0"/>
                  </a:moveTo>
                  <a:cubicBezTo>
                    <a:pt x="3469" y="0"/>
                    <a:pt x="3353" y="50"/>
                    <a:pt x="3269" y="150"/>
                  </a:cubicBezTo>
                  <a:cubicBezTo>
                    <a:pt x="2369" y="1251"/>
                    <a:pt x="1468" y="2385"/>
                    <a:pt x="567" y="3520"/>
                  </a:cubicBezTo>
                  <a:lnTo>
                    <a:pt x="167" y="3987"/>
                  </a:lnTo>
                  <a:cubicBezTo>
                    <a:pt x="0" y="4153"/>
                    <a:pt x="0" y="4454"/>
                    <a:pt x="167" y="4654"/>
                  </a:cubicBezTo>
                  <a:cubicBezTo>
                    <a:pt x="267" y="4737"/>
                    <a:pt x="384" y="4779"/>
                    <a:pt x="501" y="4779"/>
                  </a:cubicBezTo>
                  <a:cubicBezTo>
                    <a:pt x="617"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f8d4e882d8_0_2"/>
            <p:cNvSpPr/>
            <p:nvPr/>
          </p:nvSpPr>
          <p:spPr>
            <a:xfrm>
              <a:off x="309475" y="2288900"/>
              <a:ext cx="102600" cy="119475"/>
            </a:xfrm>
            <a:custGeom>
              <a:rect b="b" l="l" r="r" t="t"/>
              <a:pathLst>
                <a:path extrusionOk="0" h="4779" w="4104">
                  <a:moveTo>
                    <a:pt x="3590" y="0"/>
                  </a:moveTo>
                  <a:cubicBezTo>
                    <a:pt x="3469" y="0"/>
                    <a:pt x="3353" y="50"/>
                    <a:pt x="3269" y="150"/>
                  </a:cubicBezTo>
                  <a:cubicBezTo>
                    <a:pt x="2368" y="1251"/>
                    <a:pt x="1468" y="2385"/>
                    <a:pt x="567" y="3520"/>
                  </a:cubicBezTo>
                  <a:lnTo>
                    <a:pt x="167" y="3987"/>
                  </a:lnTo>
                  <a:cubicBezTo>
                    <a:pt x="0" y="4153"/>
                    <a:pt x="0" y="4454"/>
                    <a:pt x="167" y="4654"/>
                  </a:cubicBezTo>
                  <a:cubicBezTo>
                    <a:pt x="267" y="4737"/>
                    <a:pt x="392" y="4779"/>
                    <a:pt x="513" y="4779"/>
                  </a:cubicBezTo>
                  <a:cubicBezTo>
                    <a:pt x="634" y="4779"/>
                    <a:pt x="751"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f8d4e882d8_0_2"/>
            <p:cNvSpPr/>
            <p:nvPr/>
          </p:nvSpPr>
          <p:spPr>
            <a:xfrm>
              <a:off x="386175" y="2288900"/>
              <a:ext cx="103450" cy="119475"/>
            </a:xfrm>
            <a:custGeom>
              <a:rect b="b" l="l" r="r" t="t"/>
              <a:pathLst>
                <a:path extrusionOk="0" h="4779" w="4138">
                  <a:moveTo>
                    <a:pt x="3620" y="0"/>
                  </a:moveTo>
                  <a:cubicBezTo>
                    <a:pt x="3503" y="0"/>
                    <a:pt x="3387" y="50"/>
                    <a:pt x="3303" y="150"/>
                  </a:cubicBezTo>
                  <a:lnTo>
                    <a:pt x="568" y="3520"/>
                  </a:lnTo>
                  <a:lnTo>
                    <a:pt x="201" y="3987"/>
                  </a:lnTo>
                  <a:cubicBezTo>
                    <a:pt x="1" y="4153"/>
                    <a:pt x="1" y="4454"/>
                    <a:pt x="201" y="4654"/>
                  </a:cubicBezTo>
                  <a:cubicBezTo>
                    <a:pt x="285" y="4737"/>
                    <a:pt x="401" y="4779"/>
                    <a:pt x="522" y="4779"/>
                  </a:cubicBezTo>
                  <a:cubicBezTo>
                    <a:pt x="643" y="4779"/>
                    <a:pt x="768" y="4737"/>
                    <a:pt x="868" y="4654"/>
                  </a:cubicBezTo>
                  <a:cubicBezTo>
                    <a:pt x="1769" y="3520"/>
                    <a:pt x="2670" y="2419"/>
                    <a:pt x="3570" y="1285"/>
                  </a:cubicBezTo>
                  <a:lnTo>
                    <a:pt x="3937" y="818"/>
                  </a:lnTo>
                  <a:cubicBezTo>
                    <a:pt x="4137" y="617"/>
                    <a:pt x="4137" y="317"/>
                    <a:pt x="3937" y="150"/>
                  </a:cubicBezTo>
                  <a:cubicBezTo>
                    <a:pt x="3854" y="50"/>
                    <a:pt x="3737" y="0"/>
                    <a:pt x="362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f8d4e882d8_0_2"/>
            <p:cNvSpPr/>
            <p:nvPr/>
          </p:nvSpPr>
          <p:spPr>
            <a:xfrm>
              <a:off x="463750" y="2288900"/>
              <a:ext cx="102600" cy="119475"/>
            </a:xfrm>
            <a:custGeom>
              <a:rect b="b" l="l" r="r" t="t"/>
              <a:pathLst>
                <a:path extrusionOk="0" h="4779" w="4104">
                  <a:moveTo>
                    <a:pt x="3603" y="0"/>
                  </a:moveTo>
                  <a:cubicBezTo>
                    <a:pt x="3486" y="0"/>
                    <a:pt x="3369" y="50"/>
                    <a:pt x="3269" y="150"/>
                  </a:cubicBezTo>
                  <a:lnTo>
                    <a:pt x="567" y="3520"/>
                  </a:lnTo>
                  <a:lnTo>
                    <a:pt x="200" y="3987"/>
                  </a:lnTo>
                  <a:cubicBezTo>
                    <a:pt x="0" y="4153"/>
                    <a:pt x="0" y="4454"/>
                    <a:pt x="200" y="4654"/>
                  </a:cubicBezTo>
                  <a:cubicBezTo>
                    <a:pt x="284" y="4737"/>
                    <a:pt x="400" y="4779"/>
                    <a:pt x="517" y="4779"/>
                  </a:cubicBezTo>
                  <a:cubicBezTo>
                    <a:pt x="634" y="4779"/>
                    <a:pt x="751" y="4737"/>
                    <a:pt x="834" y="4654"/>
                  </a:cubicBezTo>
                  <a:cubicBezTo>
                    <a:pt x="1735" y="3520"/>
                    <a:pt x="2635" y="2419"/>
                    <a:pt x="3569" y="1285"/>
                  </a:cubicBezTo>
                  <a:lnTo>
                    <a:pt x="3936" y="818"/>
                  </a:lnTo>
                  <a:cubicBezTo>
                    <a:pt x="4103" y="617"/>
                    <a:pt x="4103" y="317"/>
                    <a:pt x="3936" y="150"/>
                  </a:cubicBezTo>
                  <a:cubicBezTo>
                    <a:pt x="3836"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f8d4e882d8_0_2"/>
            <p:cNvSpPr/>
            <p:nvPr/>
          </p:nvSpPr>
          <p:spPr>
            <a:xfrm>
              <a:off x="541300" y="2288900"/>
              <a:ext cx="102600" cy="119475"/>
            </a:xfrm>
            <a:custGeom>
              <a:rect b="b" l="l" r="r" t="t"/>
              <a:pathLst>
                <a:path extrusionOk="0" h="4779" w="4104">
                  <a:moveTo>
                    <a:pt x="3590" y="0"/>
                  </a:moveTo>
                  <a:cubicBezTo>
                    <a:pt x="3470" y="0"/>
                    <a:pt x="3353" y="50"/>
                    <a:pt x="3269" y="150"/>
                  </a:cubicBezTo>
                  <a:lnTo>
                    <a:pt x="567" y="3520"/>
                  </a:lnTo>
                  <a:lnTo>
                    <a:pt x="167" y="3987"/>
                  </a:lnTo>
                  <a:cubicBezTo>
                    <a:pt x="0" y="4153"/>
                    <a:pt x="0" y="4454"/>
                    <a:pt x="167" y="4654"/>
                  </a:cubicBezTo>
                  <a:cubicBezTo>
                    <a:pt x="267" y="4737"/>
                    <a:pt x="384" y="4779"/>
                    <a:pt x="501" y="4779"/>
                  </a:cubicBezTo>
                  <a:cubicBezTo>
                    <a:pt x="618" y="4779"/>
                    <a:pt x="734" y="4737"/>
                    <a:pt x="834" y="4654"/>
                  </a:cubicBezTo>
                  <a:cubicBezTo>
                    <a:pt x="1735" y="3520"/>
                    <a:pt x="2636" y="2419"/>
                    <a:pt x="3536" y="1285"/>
                  </a:cubicBezTo>
                  <a:lnTo>
                    <a:pt x="3937" y="818"/>
                  </a:lnTo>
                  <a:cubicBezTo>
                    <a:pt x="4103" y="617"/>
                    <a:pt x="4103" y="317"/>
                    <a:pt x="3937"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f8d4e882d8_0_2"/>
            <p:cNvSpPr/>
            <p:nvPr/>
          </p:nvSpPr>
          <p:spPr>
            <a:xfrm>
              <a:off x="618025" y="2288900"/>
              <a:ext cx="102600" cy="119475"/>
            </a:xfrm>
            <a:custGeom>
              <a:rect b="b" l="l" r="r" t="t"/>
              <a:pathLst>
                <a:path extrusionOk="0" h="4779" w="4104">
                  <a:moveTo>
                    <a:pt x="3615" y="0"/>
                  </a:moveTo>
                  <a:cubicBezTo>
                    <a:pt x="3494" y="0"/>
                    <a:pt x="3369" y="50"/>
                    <a:pt x="3269" y="150"/>
                  </a:cubicBezTo>
                  <a:lnTo>
                    <a:pt x="567" y="3520"/>
                  </a:lnTo>
                  <a:lnTo>
                    <a:pt x="200" y="3987"/>
                  </a:lnTo>
                  <a:cubicBezTo>
                    <a:pt x="0" y="4153"/>
                    <a:pt x="0" y="4454"/>
                    <a:pt x="200" y="4654"/>
                  </a:cubicBezTo>
                  <a:cubicBezTo>
                    <a:pt x="284" y="4737"/>
                    <a:pt x="401" y="4779"/>
                    <a:pt x="521" y="4779"/>
                  </a:cubicBezTo>
                  <a:cubicBezTo>
                    <a:pt x="642" y="4779"/>
                    <a:pt x="767" y="4737"/>
                    <a:pt x="868" y="4654"/>
                  </a:cubicBezTo>
                  <a:lnTo>
                    <a:pt x="3569" y="1285"/>
                  </a:lnTo>
                  <a:lnTo>
                    <a:pt x="3936" y="818"/>
                  </a:lnTo>
                  <a:cubicBezTo>
                    <a:pt x="4103" y="617"/>
                    <a:pt x="4103" y="317"/>
                    <a:pt x="3936" y="150"/>
                  </a:cubicBezTo>
                  <a:cubicBezTo>
                    <a:pt x="3853" y="50"/>
                    <a:pt x="3736" y="0"/>
                    <a:pt x="3615"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f8d4e882d8_0_2"/>
            <p:cNvSpPr/>
            <p:nvPr/>
          </p:nvSpPr>
          <p:spPr>
            <a:xfrm>
              <a:off x="695575" y="2288900"/>
              <a:ext cx="102600" cy="119475"/>
            </a:xfrm>
            <a:custGeom>
              <a:rect b="b" l="l" r="r" t="t"/>
              <a:pathLst>
                <a:path extrusionOk="0" h="4779" w="4104">
                  <a:moveTo>
                    <a:pt x="3603" y="0"/>
                  </a:moveTo>
                  <a:cubicBezTo>
                    <a:pt x="3486" y="0"/>
                    <a:pt x="3370" y="50"/>
                    <a:pt x="3269" y="150"/>
                  </a:cubicBezTo>
                  <a:lnTo>
                    <a:pt x="568" y="3520"/>
                  </a:lnTo>
                  <a:lnTo>
                    <a:pt x="167" y="3987"/>
                  </a:lnTo>
                  <a:cubicBezTo>
                    <a:pt x="0" y="4153"/>
                    <a:pt x="0"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6" name="Google Shape;156;g3f8d4e882d8_0_2"/>
          <p:cNvSpPr txBox="1"/>
          <p:nvPr/>
        </p:nvSpPr>
        <p:spPr>
          <a:xfrm>
            <a:off x="4444807" y="1214189"/>
            <a:ext cx="613200" cy="432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s" sz="2400" u="none" cap="none" strike="noStrike">
                <a:solidFill>
                  <a:srgbClr val="424242"/>
                </a:solidFill>
                <a:latin typeface="Maven Pro"/>
                <a:ea typeface="Maven Pro"/>
                <a:cs typeface="Maven Pro"/>
                <a:sym typeface="Maven Pro"/>
              </a:rPr>
              <a:t>02</a:t>
            </a:r>
            <a:endParaRPr b="1" i="0" sz="2400" u="none" cap="none" strike="noStrike">
              <a:solidFill>
                <a:srgbClr val="424242"/>
              </a:solidFill>
              <a:latin typeface="Maven Pro"/>
              <a:ea typeface="Maven Pro"/>
              <a:cs typeface="Maven Pro"/>
              <a:sym typeface="Maven Pro"/>
            </a:endParaRPr>
          </a:p>
        </p:txBody>
      </p:sp>
      <p:sp>
        <p:nvSpPr>
          <p:cNvPr id="157" name="Google Shape;157;g3f8d4e882d8_0_2"/>
          <p:cNvSpPr txBox="1"/>
          <p:nvPr/>
        </p:nvSpPr>
        <p:spPr>
          <a:xfrm>
            <a:off x="5011300" y="1217425"/>
            <a:ext cx="3885900" cy="51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highlight>
                  <a:srgbClr val="424242"/>
                </a:highlight>
                <a:latin typeface="Arial Rounded"/>
                <a:ea typeface="Arial Rounded"/>
                <a:cs typeface="Arial Rounded"/>
                <a:sym typeface="Arial Rounded"/>
              </a:rPr>
              <a:t>Listen carefully to the instructions</a:t>
            </a:r>
            <a:endParaRPr b="1" i="0" sz="1800" u="none" cap="none" strike="noStrike">
              <a:solidFill>
                <a:srgbClr val="FFFFFF"/>
              </a:solidFill>
              <a:highlight>
                <a:srgbClr val="424242"/>
              </a:highlight>
              <a:latin typeface="Arial Rounded"/>
              <a:ea typeface="Arial Rounded"/>
              <a:cs typeface="Arial Rounded"/>
              <a:sym typeface="Arial Rounded"/>
            </a:endParaRPr>
          </a:p>
        </p:txBody>
      </p:sp>
      <p:grpSp>
        <p:nvGrpSpPr>
          <p:cNvPr id="158" name="Google Shape;158;g3f8d4e882d8_0_2"/>
          <p:cNvGrpSpPr/>
          <p:nvPr/>
        </p:nvGrpSpPr>
        <p:grpSpPr>
          <a:xfrm>
            <a:off x="730407" y="2979872"/>
            <a:ext cx="575563" cy="511767"/>
            <a:chOff x="-164200" y="1462250"/>
            <a:chExt cx="1037425" cy="949475"/>
          </a:xfrm>
        </p:grpSpPr>
        <p:sp>
          <p:nvSpPr>
            <p:cNvPr id="159" name="Google Shape;159;g3f8d4e882d8_0_2"/>
            <p:cNvSpPr/>
            <p:nvPr/>
          </p:nvSpPr>
          <p:spPr>
            <a:xfrm>
              <a:off x="-75800" y="1462250"/>
              <a:ext cx="946050" cy="851550"/>
            </a:xfrm>
            <a:custGeom>
              <a:rect b="b" l="l" r="r" t="t"/>
              <a:pathLst>
                <a:path extrusionOk="0" h="34062" w="37842">
                  <a:moveTo>
                    <a:pt x="35826" y="993"/>
                  </a:moveTo>
                  <a:cubicBezTo>
                    <a:pt x="36076" y="1010"/>
                    <a:pt x="36318" y="1018"/>
                    <a:pt x="36555" y="1018"/>
                  </a:cubicBezTo>
                  <a:cubicBezTo>
                    <a:pt x="36658" y="1018"/>
                    <a:pt x="36759" y="1017"/>
                    <a:pt x="36860" y="1014"/>
                  </a:cubicBezTo>
                  <a:lnTo>
                    <a:pt x="36860" y="1014"/>
                  </a:lnTo>
                  <a:lnTo>
                    <a:pt x="36860" y="33083"/>
                  </a:lnTo>
                  <a:lnTo>
                    <a:pt x="1968" y="33083"/>
                  </a:lnTo>
                  <a:cubicBezTo>
                    <a:pt x="1735" y="33050"/>
                    <a:pt x="1493" y="33033"/>
                    <a:pt x="1251" y="33033"/>
                  </a:cubicBezTo>
                  <a:cubicBezTo>
                    <a:pt x="1145" y="33033"/>
                    <a:pt x="1039" y="33036"/>
                    <a:pt x="934" y="33043"/>
                  </a:cubicBezTo>
                  <a:lnTo>
                    <a:pt x="934" y="33043"/>
                  </a:lnTo>
                  <a:lnTo>
                    <a:pt x="934" y="993"/>
                  </a:lnTo>
                  <a:close/>
                  <a:moveTo>
                    <a:pt x="2019" y="0"/>
                  </a:moveTo>
                  <a:cubicBezTo>
                    <a:pt x="1520" y="0"/>
                    <a:pt x="1023" y="15"/>
                    <a:pt x="534" y="59"/>
                  </a:cubicBezTo>
                  <a:lnTo>
                    <a:pt x="467" y="59"/>
                  </a:lnTo>
                  <a:cubicBezTo>
                    <a:pt x="200" y="59"/>
                    <a:pt x="0" y="260"/>
                    <a:pt x="0" y="526"/>
                  </a:cubicBezTo>
                  <a:lnTo>
                    <a:pt x="0" y="33550"/>
                  </a:lnTo>
                  <a:cubicBezTo>
                    <a:pt x="0" y="33784"/>
                    <a:pt x="200" y="34017"/>
                    <a:pt x="467" y="34017"/>
                  </a:cubicBezTo>
                  <a:lnTo>
                    <a:pt x="32790" y="34017"/>
                  </a:lnTo>
                  <a:cubicBezTo>
                    <a:pt x="33769" y="34017"/>
                    <a:pt x="34777" y="34062"/>
                    <a:pt x="35775" y="34062"/>
                  </a:cubicBezTo>
                  <a:cubicBezTo>
                    <a:pt x="36274" y="34062"/>
                    <a:pt x="36771" y="34050"/>
                    <a:pt x="37260" y="34017"/>
                  </a:cubicBezTo>
                  <a:lnTo>
                    <a:pt x="37327" y="34017"/>
                  </a:lnTo>
                  <a:cubicBezTo>
                    <a:pt x="37686" y="34017"/>
                    <a:pt x="37841" y="33718"/>
                    <a:pt x="37794" y="33458"/>
                  </a:cubicBezTo>
                  <a:lnTo>
                    <a:pt x="37794" y="33458"/>
                  </a:lnTo>
                  <a:lnTo>
                    <a:pt x="37794" y="526"/>
                  </a:lnTo>
                  <a:cubicBezTo>
                    <a:pt x="37794" y="260"/>
                    <a:pt x="37594" y="59"/>
                    <a:pt x="37327" y="59"/>
                  </a:cubicBezTo>
                  <a:lnTo>
                    <a:pt x="5004" y="59"/>
                  </a:lnTo>
                  <a:cubicBezTo>
                    <a:pt x="4025" y="59"/>
                    <a:pt x="3017" y="0"/>
                    <a:pt x="201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3f8d4e882d8_0_2"/>
            <p:cNvSpPr/>
            <p:nvPr/>
          </p:nvSpPr>
          <p:spPr>
            <a:xfrm>
              <a:off x="-164200" y="1462700"/>
              <a:ext cx="1037425" cy="949025"/>
            </a:xfrm>
            <a:custGeom>
              <a:rect b="b" l="l" r="r" t="t"/>
              <a:pathLst>
                <a:path extrusionOk="0" h="37961" w="41497">
                  <a:moveTo>
                    <a:pt x="3970" y="1"/>
                  </a:moveTo>
                  <a:cubicBezTo>
                    <a:pt x="3867" y="1"/>
                    <a:pt x="3761" y="42"/>
                    <a:pt x="3670" y="141"/>
                  </a:cubicBezTo>
                  <a:lnTo>
                    <a:pt x="3670" y="175"/>
                  </a:lnTo>
                  <a:lnTo>
                    <a:pt x="934" y="3310"/>
                  </a:lnTo>
                  <a:cubicBezTo>
                    <a:pt x="667" y="3611"/>
                    <a:pt x="67" y="4078"/>
                    <a:pt x="34" y="4545"/>
                  </a:cubicBezTo>
                  <a:cubicBezTo>
                    <a:pt x="0" y="4645"/>
                    <a:pt x="0" y="4778"/>
                    <a:pt x="34" y="4878"/>
                  </a:cubicBezTo>
                  <a:cubicBezTo>
                    <a:pt x="34" y="6946"/>
                    <a:pt x="67" y="9014"/>
                    <a:pt x="100" y="11083"/>
                  </a:cubicBezTo>
                  <a:lnTo>
                    <a:pt x="234" y="21757"/>
                  </a:lnTo>
                  <a:cubicBezTo>
                    <a:pt x="267" y="25193"/>
                    <a:pt x="334" y="28629"/>
                    <a:pt x="367" y="32064"/>
                  </a:cubicBezTo>
                  <a:lnTo>
                    <a:pt x="434" y="35667"/>
                  </a:lnTo>
                  <a:cubicBezTo>
                    <a:pt x="434" y="36234"/>
                    <a:pt x="401" y="36834"/>
                    <a:pt x="434" y="37401"/>
                  </a:cubicBezTo>
                  <a:lnTo>
                    <a:pt x="434" y="37468"/>
                  </a:lnTo>
                  <a:cubicBezTo>
                    <a:pt x="434" y="37735"/>
                    <a:pt x="667" y="37935"/>
                    <a:pt x="901" y="37935"/>
                  </a:cubicBezTo>
                  <a:lnTo>
                    <a:pt x="36993" y="37935"/>
                  </a:lnTo>
                  <a:cubicBezTo>
                    <a:pt x="37227" y="37952"/>
                    <a:pt x="37460" y="37960"/>
                    <a:pt x="37694" y="37960"/>
                  </a:cubicBezTo>
                  <a:cubicBezTo>
                    <a:pt x="37927" y="37960"/>
                    <a:pt x="38161" y="37952"/>
                    <a:pt x="38394" y="37935"/>
                  </a:cubicBezTo>
                  <a:cubicBezTo>
                    <a:pt x="38928" y="37902"/>
                    <a:pt x="39228" y="37068"/>
                    <a:pt x="39462" y="36701"/>
                  </a:cubicBezTo>
                  <a:lnTo>
                    <a:pt x="40963" y="34299"/>
                  </a:lnTo>
                  <a:lnTo>
                    <a:pt x="41263" y="33799"/>
                  </a:lnTo>
                  <a:cubicBezTo>
                    <a:pt x="41496" y="33426"/>
                    <a:pt x="41175" y="33085"/>
                    <a:pt x="40847" y="33085"/>
                  </a:cubicBezTo>
                  <a:cubicBezTo>
                    <a:pt x="40705" y="33085"/>
                    <a:pt x="40563" y="33148"/>
                    <a:pt x="40462" y="33299"/>
                  </a:cubicBezTo>
                  <a:lnTo>
                    <a:pt x="38172" y="37001"/>
                  </a:lnTo>
                  <a:lnTo>
                    <a:pt x="2469" y="37001"/>
                  </a:lnTo>
                  <a:cubicBezTo>
                    <a:pt x="2219" y="36968"/>
                    <a:pt x="1968" y="36951"/>
                    <a:pt x="1718" y="36951"/>
                  </a:cubicBezTo>
                  <a:cubicBezTo>
                    <a:pt x="1599" y="36951"/>
                    <a:pt x="1481" y="36955"/>
                    <a:pt x="1362" y="36962"/>
                  </a:cubicBezTo>
                  <a:lnTo>
                    <a:pt x="1362" y="36962"/>
                  </a:lnTo>
                  <a:lnTo>
                    <a:pt x="1234" y="26327"/>
                  </a:lnTo>
                  <a:cubicBezTo>
                    <a:pt x="1168" y="20423"/>
                    <a:pt x="1101" y="14485"/>
                    <a:pt x="1001" y="8581"/>
                  </a:cubicBezTo>
                  <a:cubicBezTo>
                    <a:pt x="1001" y="7306"/>
                    <a:pt x="971" y="6001"/>
                    <a:pt x="968" y="4723"/>
                  </a:cubicBezTo>
                  <a:lnTo>
                    <a:pt x="968" y="4723"/>
                  </a:lnTo>
                  <a:lnTo>
                    <a:pt x="4337" y="809"/>
                  </a:lnTo>
                  <a:cubicBezTo>
                    <a:pt x="4645" y="474"/>
                    <a:pt x="4319" y="1"/>
                    <a:pt x="3970"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f8d4e882d8_0_2"/>
            <p:cNvSpPr/>
            <p:nvPr/>
          </p:nvSpPr>
          <p:spPr>
            <a:xfrm>
              <a:off x="-159200" y="1543150"/>
              <a:ext cx="108425" cy="122000"/>
            </a:xfrm>
            <a:custGeom>
              <a:rect b="b" l="l" r="r" t="t"/>
              <a:pathLst>
                <a:path extrusionOk="0" h="4880" w="4337">
                  <a:moveTo>
                    <a:pt x="3816" y="1"/>
                  </a:moveTo>
                  <a:cubicBezTo>
                    <a:pt x="3695" y="1"/>
                    <a:pt x="3570" y="42"/>
                    <a:pt x="3470" y="126"/>
                  </a:cubicBezTo>
                  <a:lnTo>
                    <a:pt x="601" y="3595"/>
                  </a:lnTo>
                  <a:lnTo>
                    <a:pt x="167" y="4062"/>
                  </a:lnTo>
                  <a:cubicBezTo>
                    <a:pt x="0" y="4262"/>
                    <a:pt x="0" y="4562"/>
                    <a:pt x="167" y="4729"/>
                  </a:cubicBezTo>
                  <a:cubicBezTo>
                    <a:pt x="267" y="4829"/>
                    <a:pt x="384" y="4879"/>
                    <a:pt x="501" y="4879"/>
                  </a:cubicBezTo>
                  <a:cubicBezTo>
                    <a:pt x="618" y="4879"/>
                    <a:pt x="734" y="4829"/>
                    <a:pt x="834" y="4729"/>
                  </a:cubicBezTo>
                  <a:lnTo>
                    <a:pt x="3736" y="1293"/>
                  </a:lnTo>
                  <a:lnTo>
                    <a:pt x="4137" y="793"/>
                  </a:lnTo>
                  <a:cubicBezTo>
                    <a:pt x="4337" y="626"/>
                    <a:pt x="4337" y="326"/>
                    <a:pt x="4137" y="126"/>
                  </a:cubicBezTo>
                  <a:cubicBezTo>
                    <a:pt x="4053" y="42"/>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f8d4e882d8_0_2"/>
            <p:cNvSpPr/>
            <p:nvPr/>
          </p:nvSpPr>
          <p:spPr>
            <a:xfrm>
              <a:off x="-163400" y="1609475"/>
              <a:ext cx="116000" cy="122150"/>
            </a:xfrm>
            <a:custGeom>
              <a:rect b="b" l="l" r="r" t="t"/>
              <a:pathLst>
                <a:path extrusionOk="0" h="4886" w="4640">
                  <a:moveTo>
                    <a:pt x="3969" y="1"/>
                  </a:moveTo>
                  <a:cubicBezTo>
                    <a:pt x="3860" y="1"/>
                    <a:pt x="3744" y="42"/>
                    <a:pt x="3638" y="141"/>
                  </a:cubicBezTo>
                  <a:lnTo>
                    <a:pt x="769" y="3610"/>
                  </a:lnTo>
                  <a:lnTo>
                    <a:pt x="335" y="4077"/>
                  </a:lnTo>
                  <a:cubicBezTo>
                    <a:pt x="1" y="4412"/>
                    <a:pt x="321" y="4885"/>
                    <a:pt x="684" y="4885"/>
                  </a:cubicBezTo>
                  <a:cubicBezTo>
                    <a:pt x="792" y="4885"/>
                    <a:pt x="903" y="4844"/>
                    <a:pt x="1002" y="4745"/>
                  </a:cubicBezTo>
                  <a:cubicBezTo>
                    <a:pt x="1970" y="3610"/>
                    <a:pt x="2937" y="2443"/>
                    <a:pt x="3904" y="1309"/>
                  </a:cubicBezTo>
                  <a:lnTo>
                    <a:pt x="4305" y="808"/>
                  </a:lnTo>
                  <a:cubicBezTo>
                    <a:pt x="4639" y="474"/>
                    <a:pt x="4339" y="1"/>
                    <a:pt x="396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f8d4e882d8_0_2"/>
            <p:cNvSpPr/>
            <p:nvPr/>
          </p:nvSpPr>
          <p:spPr>
            <a:xfrm>
              <a:off x="-159200" y="1676575"/>
              <a:ext cx="108425" cy="121375"/>
            </a:xfrm>
            <a:custGeom>
              <a:rect b="b" l="l" r="r" t="t"/>
              <a:pathLst>
                <a:path extrusionOk="0" h="4855" w="4337">
                  <a:moveTo>
                    <a:pt x="3816" y="1"/>
                  </a:moveTo>
                  <a:cubicBezTo>
                    <a:pt x="3695" y="1"/>
                    <a:pt x="3570" y="43"/>
                    <a:pt x="3470" y="126"/>
                  </a:cubicBezTo>
                  <a:lnTo>
                    <a:pt x="601" y="3595"/>
                  </a:lnTo>
                  <a:lnTo>
                    <a:pt x="167" y="4062"/>
                  </a:lnTo>
                  <a:cubicBezTo>
                    <a:pt x="0" y="4262"/>
                    <a:pt x="0" y="4529"/>
                    <a:pt x="167" y="4729"/>
                  </a:cubicBezTo>
                  <a:cubicBezTo>
                    <a:pt x="267" y="4813"/>
                    <a:pt x="384" y="4854"/>
                    <a:pt x="501" y="4854"/>
                  </a:cubicBezTo>
                  <a:cubicBezTo>
                    <a:pt x="618" y="4854"/>
                    <a:pt x="734" y="4813"/>
                    <a:pt x="834" y="4729"/>
                  </a:cubicBezTo>
                  <a:cubicBezTo>
                    <a:pt x="1802" y="3595"/>
                    <a:pt x="2769" y="2428"/>
                    <a:pt x="3736" y="1293"/>
                  </a:cubicBezTo>
                  <a:lnTo>
                    <a:pt x="4137" y="793"/>
                  </a:lnTo>
                  <a:cubicBezTo>
                    <a:pt x="4337" y="593"/>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f8d4e882d8_0_2"/>
            <p:cNvSpPr/>
            <p:nvPr/>
          </p:nvSpPr>
          <p:spPr>
            <a:xfrm>
              <a:off x="-159200" y="1743300"/>
              <a:ext cx="108425" cy="121350"/>
            </a:xfrm>
            <a:custGeom>
              <a:rect b="b" l="l" r="r" t="t"/>
              <a:pathLst>
                <a:path extrusionOk="0" h="4854" w="4337">
                  <a:moveTo>
                    <a:pt x="3816" y="0"/>
                  </a:moveTo>
                  <a:cubicBezTo>
                    <a:pt x="3695" y="0"/>
                    <a:pt x="3570" y="42"/>
                    <a:pt x="3470" y="125"/>
                  </a:cubicBezTo>
                  <a:lnTo>
                    <a:pt x="601" y="3595"/>
                  </a:lnTo>
                  <a:lnTo>
                    <a:pt x="167" y="4062"/>
                  </a:lnTo>
                  <a:cubicBezTo>
                    <a:pt x="0" y="4262"/>
                    <a:pt x="0" y="4529"/>
                    <a:pt x="167" y="4729"/>
                  </a:cubicBezTo>
                  <a:cubicBezTo>
                    <a:pt x="267" y="4812"/>
                    <a:pt x="384" y="4854"/>
                    <a:pt x="501" y="4854"/>
                  </a:cubicBezTo>
                  <a:cubicBezTo>
                    <a:pt x="618" y="4854"/>
                    <a:pt x="734" y="4812"/>
                    <a:pt x="834" y="4729"/>
                  </a:cubicBezTo>
                  <a:cubicBezTo>
                    <a:pt x="1802" y="3595"/>
                    <a:pt x="2769" y="2427"/>
                    <a:pt x="3736" y="1293"/>
                  </a:cubicBezTo>
                  <a:lnTo>
                    <a:pt x="4137" y="793"/>
                  </a:lnTo>
                  <a:cubicBezTo>
                    <a:pt x="4337" y="626"/>
                    <a:pt x="4337" y="326"/>
                    <a:pt x="4137" y="125"/>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3f8d4e882d8_0_2"/>
            <p:cNvSpPr/>
            <p:nvPr/>
          </p:nvSpPr>
          <p:spPr>
            <a:xfrm>
              <a:off x="-159200" y="1809375"/>
              <a:ext cx="108425" cy="122000"/>
            </a:xfrm>
            <a:custGeom>
              <a:rect b="b" l="l" r="r" t="t"/>
              <a:pathLst>
                <a:path extrusionOk="0" h="4880" w="4337">
                  <a:moveTo>
                    <a:pt x="3816" y="1"/>
                  </a:moveTo>
                  <a:cubicBezTo>
                    <a:pt x="3695" y="1"/>
                    <a:pt x="3570" y="51"/>
                    <a:pt x="3470" y="151"/>
                  </a:cubicBezTo>
                  <a:lnTo>
                    <a:pt x="601" y="3587"/>
                  </a:lnTo>
                  <a:lnTo>
                    <a:pt x="167" y="4087"/>
                  </a:lnTo>
                  <a:cubicBezTo>
                    <a:pt x="0" y="4254"/>
                    <a:pt x="0" y="4554"/>
                    <a:pt x="167" y="4754"/>
                  </a:cubicBezTo>
                  <a:cubicBezTo>
                    <a:pt x="267" y="4838"/>
                    <a:pt x="384" y="4879"/>
                    <a:pt x="501" y="4879"/>
                  </a:cubicBezTo>
                  <a:cubicBezTo>
                    <a:pt x="618" y="4879"/>
                    <a:pt x="734" y="4838"/>
                    <a:pt x="834" y="4754"/>
                  </a:cubicBezTo>
                  <a:cubicBezTo>
                    <a:pt x="1802" y="3587"/>
                    <a:pt x="2769" y="2453"/>
                    <a:pt x="3736" y="1285"/>
                  </a:cubicBezTo>
                  <a:lnTo>
                    <a:pt x="4137" y="818"/>
                  </a:lnTo>
                  <a:cubicBezTo>
                    <a:pt x="4337" y="618"/>
                    <a:pt x="4337" y="318"/>
                    <a:pt x="4137" y="151"/>
                  </a:cubicBezTo>
                  <a:cubicBezTo>
                    <a:pt x="4053" y="51"/>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f8d4e882d8_0_2"/>
            <p:cNvSpPr/>
            <p:nvPr/>
          </p:nvSpPr>
          <p:spPr>
            <a:xfrm>
              <a:off x="-160025" y="1876100"/>
              <a:ext cx="109250" cy="121775"/>
            </a:xfrm>
            <a:custGeom>
              <a:rect b="b" l="l" r="r" t="t"/>
              <a:pathLst>
                <a:path extrusionOk="0" h="4871" w="4370">
                  <a:moveTo>
                    <a:pt x="3849" y="1"/>
                  </a:moveTo>
                  <a:cubicBezTo>
                    <a:pt x="3728" y="1"/>
                    <a:pt x="3603" y="51"/>
                    <a:pt x="3503" y="151"/>
                  </a:cubicBezTo>
                  <a:lnTo>
                    <a:pt x="600" y="3586"/>
                  </a:lnTo>
                  <a:lnTo>
                    <a:pt x="200" y="4087"/>
                  </a:lnTo>
                  <a:cubicBezTo>
                    <a:pt x="0" y="4254"/>
                    <a:pt x="0" y="4554"/>
                    <a:pt x="200" y="4721"/>
                  </a:cubicBezTo>
                  <a:cubicBezTo>
                    <a:pt x="284" y="4821"/>
                    <a:pt x="400" y="4871"/>
                    <a:pt x="521" y="4871"/>
                  </a:cubicBezTo>
                  <a:cubicBezTo>
                    <a:pt x="642" y="4871"/>
                    <a:pt x="767" y="4821"/>
                    <a:pt x="867" y="4721"/>
                  </a:cubicBezTo>
                  <a:lnTo>
                    <a:pt x="867" y="4754"/>
                  </a:lnTo>
                  <a:lnTo>
                    <a:pt x="3769" y="1285"/>
                  </a:lnTo>
                  <a:lnTo>
                    <a:pt x="4170" y="818"/>
                  </a:lnTo>
                  <a:cubicBezTo>
                    <a:pt x="4370" y="618"/>
                    <a:pt x="4370" y="317"/>
                    <a:pt x="4170" y="151"/>
                  </a:cubicBezTo>
                  <a:cubicBezTo>
                    <a:pt x="4086" y="51"/>
                    <a:pt x="3970" y="1"/>
                    <a:pt x="384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3f8d4e882d8_0_2"/>
            <p:cNvSpPr/>
            <p:nvPr/>
          </p:nvSpPr>
          <p:spPr>
            <a:xfrm>
              <a:off x="-159200" y="1942825"/>
              <a:ext cx="108425" cy="121775"/>
            </a:xfrm>
            <a:custGeom>
              <a:rect b="b" l="l" r="r" t="t"/>
              <a:pathLst>
                <a:path extrusionOk="0" h="4871" w="4337">
                  <a:moveTo>
                    <a:pt x="3816" y="0"/>
                  </a:moveTo>
                  <a:cubicBezTo>
                    <a:pt x="3695" y="0"/>
                    <a:pt x="3570" y="50"/>
                    <a:pt x="3470" y="150"/>
                  </a:cubicBezTo>
                  <a:lnTo>
                    <a:pt x="601" y="3586"/>
                  </a:lnTo>
                  <a:lnTo>
                    <a:pt x="167" y="4086"/>
                  </a:lnTo>
                  <a:cubicBezTo>
                    <a:pt x="0" y="4253"/>
                    <a:pt x="0" y="4553"/>
                    <a:pt x="167" y="4720"/>
                  </a:cubicBezTo>
                  <a:cubicBezTo>
                    <a:pt x="267" y="4820"/>
                    <a:pt x="384" y="4870"/>
                    <a:pt x="501" y="4870"/>
                  </a:cubicBezTo>
                  <a:cubicBezTo>
                    <a:pt x="618" y="4870"/>
                    <a:pt x="734" y="4820"/>
                    <a:pt x="834" y="4720"/>
                  </a:cubicBezTo>
                  <a:lnTo>
                    <a:pt x="3736" y="1284"/>
                  </a:lnTo>
                  <a:lnTo>
                    <a:pt x="4137" y="817"/>
                  </a:lnTo>
                  <a:cubicBezTo>
                    <a:pt x="4337" y="617"/>
                    <a:pt x="4337" y="317"/>
                    <a:pt x="4137" y="150"/>
                  </a:cubicBezTo>
                  <a:cubicBezTo>
                    <a:pt x="4053" y="50"/>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f8d4e882d8_0_2"/>
            <p:cNvSpPr/>
            <p:nvPr/>
          </p:nvSpPr>
          <p:spPr>
            <a:xfrm>
              <a:off x="-163325" y="2008925"/>
              <a:ext cx="115925" cy="122250"/>
            </a:xfrm>
            <a:custGeom>
              <a:rect b="b" l="l" r="r" t="t"/>
              <a:pathLst>
                <a:path extrusionOk="0" h="4890" w="4637">
                  <a:moveTo>
                    <a:pt x="3966" y="1"/>
                  </a:moveTo>
                  <a:cubicBezTo>
                    <a:pt x="3857" y="1"/>
                    <a:pt x="3741" y="42"/>
                    <a:pt x="3635" y="141"/>
                  </a:cubicBezTo>
                  <a:lnTo>
                    <a:pt x="766" y="3611"/>
                  </a:lnTo>
                  <a:lnTo>
                    <a:pt x="332" y="4078"/>
                  </a:lnTo>
                  <a:cubicBezTo>
                    <a:pt x="0" y="4435"/>
                    <a:pt x="313" y="4890"/>
                    <a:pt x="672" y="4890"/>
                  </a:cubicBezTo>
                  <a:cubicBezTo>
                    <a:pt x="783" y="4890"/>
                    <a:pt x="897" y="4847"/>
                    <a:pt x="999" y="4745"/>
                  </a:cubicBezTo>
                  <a:cubicBezTo>
                    <a:pt x="1967" y="3611"/>
                    <a:pt x="2934" y="2443"/>
                    <a:pt x="3901" y="1309"/>
                  </a:cubicBezTo>
                  <a:lnTo>
                    <a:pt x="4302" y="809"/>
                  </a:lnTo>
                  <a:cubicBezTo>
                    <a:pt x="4636" y="474"/>
                    <a:pt x="4336" y="1"/>
                    <a:pt x="396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3f8d4e882d8_0_2"/>
            <p:cNvSpPr/>
            <p:nvPr/>
          </p:nvSpPr>
          <p:spPr>
            <a:xfrm>
              <a:off x="-159200" y="2076025"/>
              <a:ext cx="108425" cy="122000"/>
            </a:xfrm>
            <a:custGeom>
              <a:rect b="b" l="l" r="r" t="t"/>
              <a:pathLst>
                <a:path extrusionOk="0" h="4880" w="4337">
                  <a:moveTo>
                    <a:pt x="3816" y="1"/>
                  </a:moveTo>
                  <a:cubicBezTo>
                    <a:pt x="3695" y="1"/>
                    <a:pt x="3570" y="43"/>
                    <a:pt x="3470" y="126"/>
                  </a:cubicBezTo>
                  <a:lnTo>
                    <a:pt x="601" y="3595"/>
                  </a:lnTo>
                  <a:lnTo>
                    <a:pt x="167" y="4062"/>
                  </a:lnTo>
                  <a:cubicBezTo>
                    <a:pt x="0" y="4262"/>
                    <a:pt x="0" y="4563"/>
                    <a:pt x="167" y="4729"/>
                  </a:cubicBezTo>
                  <a:cubicBezTo>
                    <a:pt x="267" y="4829"/>
                    <a:pt x="384" y="4879"/>
                    <a:pt x="501" y="4879"/>
                  </a:cubicBezTo>
                  <a:cubicBezTo>
                    <a:pt x="618" y="4879"/>
                    <a:pt x="734" y="4829"/>
                    <a:pt x="834" y="4729"/>
                  </a:cubicBezTo>
                  <a:cubicBezTo>
                    <a:pt x="1802" y="3595"/>
                    <a:pt x="2769" y="2428"/>
                    <a:pt x="3736" y="1294"/>
                  </a:cubicBezTo>
                  <a:lnTo>
                    <a:pt x="4137" y="793"/>
                  </a:lnTo>
                  <a:cubicBezTo>
                    <a:pt x="4337" y="626"/>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f8d4e882d8_0_2"/>
            <p:cNvSpPr/>
            <p:nvPr/>
          </p:nvSpPr>
          <p:spPr>
            <a:xfrm>
              <a:off x="-159200" y="2142750"/>
              <a:ext cx="108425" cy="121350"/>
            </a:xfrm>
            <a:custGeom>
              <a:rect b="b" l="l" r="r" t="t"/>
              <a:pathLst>
                <a:path extrusionOk="0" h="4854" w="4337">
                  <a:moveTo>
                    <a:pt x="3816" y="0"/>
                  </a:moveTo>
                  <a:cubicBezTo>
                    <a:pt x="3695" y="0"/>
                    <a:pt x="3570" y="42"/>
                    <a:pt x="3470" y="126"/>
                  </a:cubicBezTo>
                  <a:lnTo>
                    <a:pt x="601" y="3595"/>
                  </a:lnTo>
                  <a:lnTo>
                    <a:pt x="167" y="4062"/>
                  </a:lnTo>
                  <a:cubicBezTo>
                    <a:pt x="0" y="4262"/>
                    <a:pt x="0" y="4529"/>
                    <a:pt x="167" y="4729"/>
                  </a:cubicBezTo>
                  <a:cubicBezTo>
                    <a:pt x="267" y="4812"/>
                    <a:pt x="392" y="4854"/>
                    <a:pt x="513" y="4854"/>
                  </a:cubicBezTo>
                  <a:cubicBezTo>
                    <a:pt x="634" y="4854"/>
                    <a:pt x="751" y="4812"/>
                    <a:pt x="834" y="4729"/>
                  </a:cubicBezTo>
                  <a:cubicBezTo>
                    <a:pt x="1802" y="3595"/>
                    <a:pt x="2769" y="2427"/>
                    <a:pt x="3736" y="1293"/>
                  </a:cubicBezTo>
                  <a:lnTo>
                    <a:pt x="4137" y="793"/>
                  </a:lnTo>
                  <a:cubicBezTo>
                    <a:pt x="4337" y="593"/>
                    <a:pt x="4337" y="326"/>
                    <a:pt x="4137" y="126"/>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f8d4e882d8_0_2"/>
            <p:cNvSpPr/>
            <p:nvPr/>
          </p:nvSpPr>
          <p:spPr>
            <a:xfrm>
              <a:off x="-160025" y="2209475"/>
              <a:ext cx="109250" cy="121975"/>
            </a:xfrm>
            <a:custGeom>
              <a:rect b="b" l="l" r="r" t="t"/>
              <a:pathLst>
                <a:path extrusionOk="0" h="4879" w="4370">
                  <a:moveTo>
                    <a:pt x="3849" y="0"/>
                  </a:moveTo>
                  <a:cubicBezTo>
                    <a:pt x="3728" y="0"/>
                    <a:pt x="3603" y="42"/>
                    <a:pt x="3503" y="125"/>
                  </a:cubicBezTo>
                  <a:lnTo>
                    <a:pt x="600" y="3594"/>
                  </a:lnTo>
                  <a:lnTo>
                    <a:pt x="200" y="4095"/>
                  </a:lnTo>
                  <a:cubicBezTo>
                    <a:pt x="0" y="4261"/>
                    <a:pt x="0" y="4562"/>
                    <a:pt x="200" y="4728"/>
                  </a:cubicBezTo>
                  <a:cubicBezTo>
                    <a:pt x="284" y="4829"/>
                    <a:pt x="400" y="4879"/>
                    <a:pt x="521" y="4879"/>
                  </a:cubicBezTo>
                  <a:cubicBezTo>
                    <a:pt x="642" y="4879"/>
                    <a:pt x="767" y="4829"/>
                    <a:pt x="867" y="4728"/>
                  </a:cubicBezTo>
                  <a:cubicBezTo>
                    <a:pt x="1835" y="3561"/>
                    <a:pt x="2802" y="2427"/>
                    <a:pt x="3769" y="1259"/>
                  </a:cubicBezTo>
                  <a:lnTo>
                    <a:pt x="4170" y="792"/>
                  </a:lnTo>
                  <a:cubicBezTo>
                    <a:pt x="4370" y="592"/>
                    <a:pt x="4370" y="325"/>
                    <a:pt x="4170" y="125"/>
                  </a:cubicBezTo>
                  <a:cubicBezTo>
                    <a:pt x="4086" y="42"/>
                    <a:pt x="3970" y="0"/>
                    <a:pt x="384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f8d4e882d8_0_2"/>
            <p:cNvSpPr/>
            <p:nvPr/>
          </p:nvSpPr>
          <p:spPr>
            <a:xfrm>
              <a:off x="-154200" y="2288900"/>
              <a:ext cx="102600" cy="119475"/>
            </a:xfrm>
            <a:custGeom>
              <a:rect b="b" l="l" r="r" t="t"/>
              <a:pathLst>
                <a:path extrusionOk="0" h="4779" w="4104">
                  <a:moveTo>
                    <a:pt x="3603" y="0"/>
                  </a:moveTo>
                  <a:cubicBezTo>
                    <a:pt x="3486" y="0"/>
                    <a:pt x="3370" y="50"/>
                    <a:pt x="3270" y="150"/>
                  </a:cubicBezTo>
                  <a:lnTo>
                    <a:pt x="568" y="3520"/>
                  </a:lnTo>
                  <a:lnTo>
                    <a:pt x="167" y="3987"/>
                  </a:lnTo>
                  <a:cubicBezTo>
                    <a:pt x="1" y="4153"/>
                    <a:pt x="1"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3f8d4e882d8_0_2"/>
            <p:cNvSpPr/>
            <p:nvPr/>
          </p:nvSpPr>
          <p:spPr>
            <a:xfrm>
              <a:off x="-76650" y="2288900"/>
              <a:ext cx="102600" cy="119475"/>
            </a:xfrm>
            <a:custGeom>
              <a:rect b="b" l="l" r="r" t="t"/>
              <a:pathLst>
                <a:path extrusionOk="0" h="4779" w="4104">
                  <a:moveTo>
                    <a:pt x="3591" y="0"/>
                  </a:moveTo>
                  <a:cubicBezTo>
                    <a:pt x="3470" y="0"/>
                    <a:pt x="3353" y="50"/>
                    <a:pt x="3270" y="150"/>
                  </a:cubicBezTo>
                  <a:cubicBezTo>
                    <a:pt x="2369" y="1251"/>
                    <a:pt x="1468" y="2385"/>
                    <a:pt x="568" y="3520"/>
                  </a:cubicBezTo>
                  <a:lnTo>
                    <a:pt x="168" y="3987"/>
                  </a:lnTo>
                  <a:cubicBezTo>
                    <a:pt x="1" y="4153"/>
                    <a:pt x="1" y="4454"/>
                    <a:pt x="168" y="4654"/>
                  </a:cubicBezTo>
                  <a:cubicBezTo>
                    <a:pt x="268" y="4737"/>
                    <a:pt x="384" y="4779"/>
                    <a:pt x="501" y="4779"/>
                  </a:cubicBezTo>
                  <a:cubicBezTo>
                    <a:pt x="618" y="4779"/>
                    <a:pt x="735"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3f8d4e882d8_0_2"/>
            <p:cNvSpPr/>
            <p:nvPr/>
          </p:nvSpPr>
          <p:spPr>
            <a:xfrm>
              <a:off x="75" y="2288900"/>
              <a:ext cx="102600" cy="119475"/>
            </a:xfrm>
            <a:custGeom>
              <a:rect b="b" l="l" r="r" t="t"/>
              <a:pathLst>
                <a:path extrusionOk="0" h="4779" w="4104">
                  <a:moveTo>
                    <a:pt x="3616" y="0"/>
                  </a:moveTo>
                  <a:cubicBezTo>
                    <a:pt x="3495" y="0"/>
                    <a:pt x="3370" y="50"/>
                    <a:pt x="3270" y="150"/>
                  </a:cubicBezTo>
                  <a:cubicBezTo>
                    <a:pt x="2369" y="1251"/>
                    <a:pt x="1468" y="2385"/>
                    <a:pt x="568" y="3520"/>
                  </a:cubicBezTo>
                  <a:lnTo>
                    <a:pt x="201" y="3987"/>
                  </a:lnTo>
                  <a:cubicBezTo>
                    <a:pt x="1" y="4153"/>
                    <a:pt x="1" y="4454"/>
                    <a:pt x="201" y="4654"/>
                  </a:cubicBezTo>
                  <a:cubicBezTo>
                    <a:pt x="284" y="4737"/>
                    <a:pt x="401" y="4779"/>
                    <a:pt x="522" y="4779"/>
                  </a:cubicBezTo>
                  <a:cubicBezTo>
                    <a:pt x="643" y="4779"/>
                    <a:pt x="768" y="4737"/>
                    <a:pt x="868" y="4654"/>
                  </a:cubicBezTo>
                  <a:lnTo>
                    <a:pt x="3570" y="1285"/>
                  </a:lnTo>
                  <a:lnTo>
                    <a:pt x="3937" y="818"/>
                  </a:lnTo>
                  <a:cubicBezTo>
                    <a:pt x="4104" y="617"/>
                    <a:pt x="4104" y="317"/>
                    <a:pt x="3937" y="150"/>
                  </a:cubicBezTo>
                  <a:cubicBezTo>
                    <a:pt x="3853" y="50"/>
                    <a:pt x="3737" y="0"/>
                    <a:pt x="36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f8d4e882d8_0_2"/>
            <p:cNvSpPr/>
            <p:nvPr/>
          </p:nvSpPr>
          <p:spPr>
            <a:xfrm>
              <a:off x="77625" y="2288900"/>
              <a:ext cx="102600" cy="119475"/>
            </a:xfrm>
            <a:custGeom>
              <a:rect b="b" l="l" r="r" t="t"/>
              <a:pathLst>
                <a:path extrusionOk="0" h="4779" w="4104">
                  <a:moveTo>
                    <a:pt x="3591" y="0"/>
                  </a:moveTo>
                  <a:cubicBezTo>
                    <a:pt x="3470" y="0"/>
                    <a:pt x="3353" y="50"/>
                    <a:pt x="3270" y="150"/>
                  </a:cubicBezTo>
                  <a:cubicBezTo>
                    <a:pt x="2369" y="1251"/>
                    <a:pt x="1469" y="2385"/>
                    <a:pt x="568" y="3520"/>
                  </a:cubicBezTo>
                  <a:lnTo>
                    <a:pt x="168" y="3987"/>
                  </a:lnTo>
                  <a:cubicBezTo>
                    <a:pt x="1" y="4153"/>
                    <a:pt x="1" y="4454"/>
                    <a:pt x="168" y="4654"/>
                  </a:cubicBezTo>
                  <a:cubicBezTo>
                    <a:pt x="268" y="4737"/>
                    <a:pt x="393" y="4779"/>
                    <a:pt x="514" y="4779"/>
                  </a:cubicBezTo>
                  <a:cubicBezTo>
                    <a:pt x="635" y="4779"/>
                    <a:pt x="751"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f8d4e882d8_0_2"/>
            <p:cNvSpPr/>
            <p:nvPr/>
          </p:nvSpPr>
          <p:spPr>
            <a:xfrm>
              <a:off x="155200" y="2288900"/>
              <a:ext cx="102575" cy="119475"/>
            </a:xfrm>
            <a:custGeom>
              <a:rect b="b" l="l" r="r" t="t"/>
              <a:pathLst>
                <a:path extrusionOk="0" h="4779" w="4103">
                  <a:moveTo>
                    <a:pt x="3590" y="0"/>
                  </a:moveTo>
                  <a:cubicBezTo>
                    <a:pt x="3469" y="0"/>
                    <a:pt x="3352" y="50"/>
                    <a:pt x="3269" y="150"/>
                  </a:cubicBezTo>
                  <a:cubicBezTo>
                    <a:pt x="2368" y="1251"/>
                    <a:pt x="1434" y="2385"/>
                    <a:pt x="534" y="3520"/>
                  </a:cubicBezTo>
                  <a:lnTo>
                    <a:pt x="167" y="3987"/>
                  </a:lnTo>
                  <a:cubicBezTo>
                    <a:pt x="0" y="4153"/>
                    <a:pt x="0" y="4454"/>
                    <a:pt x="167" y="4654"/>
                  </a:cubicBezTo>
                  <a:cubicBezTo>
                    <a:pt x="250" y="4737"/>
                    <a:pt x="367" y="4779"/>
                    <a:pt x="488" y="4779"/>
                  </a:cubicBezTo>
                  <a:cubicBezTo>
                    <a:pt x="609"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g3f8d4e882d8_0_2"/>
            <p:cNvSpPr/>
            <p:nvPr/>
          </p:nvSpPr>
          <p:spPr>
            <a:xfrm>
              <a:off x="232750" y="2288900"/>
              <a:ext cx="102600" cy="119475"/>
            </a:xfrm>
            <a:custGeom>
              <a:rect b="b" l="l" r="r" t="t"/>
              <a:pathLst>
                <a:path extrusionOk="0" h="4779" w="4104">
                  <a:moveTo>
                    <a:pt x="3590" y="0"/>
                  </a:moveTo>
                  <a:cubicBezTo>
                    <a:pt x="3469" y="0"/>
                    <a:pt x="3353" y="50"/>
                    <a:pt x="3269" y="150"/>
                  </a:cubicBezTo>
                  <a:cubicBezTo>
                    <a:pt x="2369" y="1251"/>
                    <a:pt x="1468" y="2385"/>
                    <a:pt x="567" y="3520"/>
                  </a:cubicBezTo>
                  <a:lnTo>
                    <a:pt x="167" y="3987"/>
                  </a:lnTo>
                  <a:cubicBezTo>
                    <a:pt x="0" y="4153"/>
                    <a:pt x="0" y="4454"/>
                    <a:pt x="167" y="4654"/>
                  </a:cubicBezTo>
                  <a:cubicBezTo>
                    <a:pt x="267" y="4737"/>
                    <a:pt x="384" y="4779"/>
                    <a:pt x="501" y="4779"/>
                  </a:cubicBezTo>
                  <a:cubicBezTo>
                    <a:pt x="617"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f8d4e882d8_0_2"/>
            <p:cNvSpPr/>
            <p:nvPr/>
          </p:nvSpPr>
          <p:spPr>
            <a:xfrm>
              <a:off x="309475" y="2288900"/>
              <a:ext cx="102600" cy="119475"/>
            </a:xfrm>
            <a:custGeom>
              <a:rect b="b" l="l" r="r" t="t"/>
              <a:pathLst>
                <a:path extrusionOk="0" h="4779" w="4104">
                  <a:moveTo>
                    <a:pt x="3590" y="0"/>
                  </a:moveTo>
                  <a:cubicBezTo>
                    <a:pt x="3469" y="0"/>
                    <a:pt x="3353" y="50"/>
                    <a:pt x="3269" y="150"/>
                  </a:cubicBezTo>
                  <a:cubicBezTo>
                    <a:pt x="2368" y="1251"/>
                    <a:pt x="1468" y="2385"/>
                    <a:pt x="567" y="3520"/>
                  </a:cubicBezTo>
                  <a:lnTo>
                    <a:pt x="167" y="3987"/>
                  </a:lnTo>
                  <a:cubicBezTo>
                    <a:pt x="0" y="4153"/>
                    <a:pt x="0" y="4454"/>
                    <a:pt x="167" y="4654"/>
                  </a:cubicBezTo>
                  <a:cubicBezTo>
                    <a:pt x="267" y="4737"/>
                    <a:pt x="392" y="4779"/>
                    <a:pt x="513" y="4779"/>
                  </a:cubicBezTo>
                  <a:cubicBezTo>
                    <a:pt x="634" y="4779"/>
                    <a:pt x="751"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3f8d4e882d8_0_2"/>
            <p:cNvSpPr/>
            <p:nvPr/>
          </p:nvSpPr>
          <p:spPr>
            <a:xfrm>
              <a:off x="386175" y="2288900"/>
              <a:ext cx="103450" cy="119475"/>
            </a:xfrm>
            <a:custGeom>
              <a:rect b="b" l="l" r="r" t="t"/>
              <a:pathLst>
                <a:path extrusionOk="0" h="4779" w="4138">
                  <a:moveTo>
                    <a:pt x="3620" y="0"/>
                  </a:moveTo>
                  <a:cubicBezTo>
                    <a:pt x="3503" y="0"/>
                    <a:pt x="3387" y="50"/>
                    <a:pt x="3303" y="150"/>
                  </a:cubicBezTo>
                  <a:lnTo>
                    <a:pt x="568" y="3520"/>
                  </a:lnTo>
                  <a:lnTo>
                    <a:pt x="201" y="3987"/>
                  </a:lnTo>
                  <a:cubicBezTo>
                    <a:pt x="1" y="4153"/>
                    <a:pt x="1" y="4454"/>
                    <a:pt x="201" y="4654"/>
                  </a:cubicBezTo>
                  <a:cubicBezTo>
                    <a:pt x="285" y="4737"/>
                    <a:pt x="401" y="4779"/>
                    <a:pt x="522" y="4779"/>
                  </a:cubicBezTo>
                  <a:cubicBezTo>
                    <a:pt x="643" y="4779"/>
                    <a:pt x="768" y="4737"/>
                    <a:pt x="868" y="4654"/>
                  </a:cubicBezTo>
                  <a:cubicBezTo>
                    <a:pt x="1769" y="3520"/>
                    <a:pt x="2670" y="2419"/>
                    <a:pt x="3570" y="1285"/>
                  </a:cubicBezTo>
                  <a:lnTo>
                    <a:pt x="3937" y="818"/>
                  </a:lnTo>
                  <a:cubicBezTo>
                    <a:pt x="4137" y="617"/>
                    <a:pt x="4137" y="317"/>
                    <a:pt x="3937" y="150"/>
                  </a:cubicBezTo>
                  <a:cubicBezTo>
                    <a:pt x="3854" y="50"/>
                    <a:pt x="3737" y="0"/>
                    <a:pt x="362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3f8d4e882d8_0_2"/>
            <p:cNvSpPr/>
            <p:nvPr/>
          </p:nvSpPr>
          <p:spPr>
            <a:xfrm>
              <a:off x="463750" y="2288900"/>
              <a:ext cx="102600" cy="119475"/>
            </a:xfrm>
            <a:custGeom>
              <a:rect b="b" l="l" r="r" t="t"/>
              <a:pathLst>
                <a:path extrusionOk="0" h="4779" w="4104">
                  <a:moveTo>
                    <a:pt x="3603" y="0"/>
                  </a:moveTo>
                  <a:cubicBezTo>
                    <a:pt x="3486" y="0"/>
                    <a:pt x="3369" y="50"/>
                    <a:pt x="3269" y="150"/>
                  </a:cubicBezTo>
                  <a:lnTo>
                    <a:pt x="567" y="3520"/>
                  </a:lnTo>
                  <a:lnTo>
                    <a:pt x="200" y="3987"/>
                  </a:lnTo>
                  <a:cubicBezTo>
                    <a:pt x="0" y="4153"/>
                    <a:pt x="0" y="4454"/>
                    <a:pt x="200" y="4654"/>
                  </a:cubicBezTo>
                  <a:cubicBezTo>
                    <a:pt x="284" y="4737"/>
                    <a:pt x="400" y="4779"/>
                    <a:pt x="517" y="4779"/>
                  </a:cubicBezTo>
                  <a:cubicBezTo>
                    <a:pt x="634" y="4779"/>
                    <a:pt x="751" y="4737"/>
                    <a:pt x="834" y="4654"/>
                  </a:cubicBezTo>
                  <a:cubicBezTo>
                    <a:pt x="1735" y="3520"/>
                    <a:pt x="2635" y="2419"/>
                    <a:pt x="3569" y="1285"/>
                  </a:cubicBezTo>
                  <a:lnTo>
                    <a:pt x="3936" y="818"/>
                  </a:lnTo>
                  <a:cubicBezTo>
                    <a:pt x="4103" y="617"/>
                    <a:pt x="4103" y="317"/>
                    <a:pt x="3936" y="150"/>
                  </a:cubicBezTo>
                  <a:cubicBezTo>
                    <a:pt x="3836"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f8d4e882d8_0_2"/>
            <p:cNvSpPr/>
            <p:nvPr/>
          </p:nvSpPr>
          <p:spPr>
            <a:xfrm>
              <a:off x="541300" y="2288900"/>
              <a:ext cx="102600" cy="119475"/>
            </a:xfrm>
            <a:custGeom>
              <a:rect b="b" l="l" r="r" t="t"/>
              <a:pathLst>
                <a:path extrusionOk="0" h="4779" w="4104">
                  <a:moveTo>
                    <a:pt x="3590" y="0"/>
                  </a:moveTo>
                  <a:cubicBezTo>
                    <a:pt x="3470" y="0"/>
                    <a:pt x="3353" y="50"/>
                    <a:pt x="3269" y="150"/>
                  </a:cubicBezTo>
                  <a:lnTo>
                    <a:pt x="567" y="3520"/>
                  </a:lnTo>
                  <a:lnTo>
                    <a:pt x="167" y="3987"/>
                  </a:lnTo>
                  <a:cubicBezTo>
                    <a:pt x="0" y="4153"/>
                    <a:pt x="0" y="4454"/>
                    <a:pt x="167" y="4654"/>
                  </a:cubicBezTo>
                  <a:cubicBezTo>
                    <a:pt x="267" y="4737"/>
                    <a:pt x="384" y="4779"/>
                    <a:pt x="501" y="4779"/>
                  </a:cubicBezTo>
                  <a:cubicBezTo>
                    <a:pt x="618" y="4779"/>
                    <a:pt x="734" y="4737"/>
                    <a:pt x="834" y="4654"/>
                  </a:cubicBezTo>
                  <a:cubicBezTo>
                    <a:pt x="1735" y="3520"/>
                    <a:pt x="2636" y="2419"/>
                    <a:pt x="3536" y="1285"/>
                  </a:cubicBezTo>
                  <a:lnTo>
                    <a:pt x="3937" y="818"/>
                  </a:lnTo>
                  <a:cubicBezTo>
                    <a:pt x="4103" y="617"/>
                    <a:pt x="4103" y="317"/>
                    <a:pt x="3937"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f8d4e882d8_0_2"/>
            <p:cNvSpPr/>
            <p:nvPr/>
          </p:nvSpPr>
          <p:spPr>
            <a:xfrm>
              <a:off x="618025" y="2288900"/>
              <a:ext cx="102600" cy="119475"/>
            </a:xfrm>
            <a:custGeom>
              <a:rect b="b" l="l" r="r" t="t"/>
              <a:pathLst>
                <a:path extrusionOk="0" h="4779" w="4104">
                  <a:moveTo>
                    <a:pt x="3615" y="0"/>
                  </a:moveTo>
                  <a:cubicBezTo>
                    <a:pt x="3494" y="0"/>
                    <a:pt x="3369" y="50"/>
                    <a:pt x="3269" y="150"/>
                  </a:cubicBezTo>
                  <a:lnTo>
                    <a:pt x="567" y="3520"/>
                  </a:lnTo>
                  <a:lnTo>
                    <a:pt x="200" y="3987"/>
                  </a:lnTo>
                  <a:cubicBezTo>
                    <a:pt x="0" y="4153"/>
                    <a:pt x="0" y="4454"/>
                    <a:pt x="200" y="4654"/>
                  </a:cubicBezTo>
                  <a:cubicBezTo>
                    <a:pt x="284" y="4737"/>
                    <a:pt x="401" y="4779"/>
                    <a:pt x="521" y="4779"/>
                  </a:cubicBezTo>
                  <a:cubicBezTo>
                    <a:pt x="642" y="4779"/>
                    <a:pt x="767" y="4737"/>
                    <a:pt x="868" y="4654"/>
                  </a:cubicBezTo>
                  <a:lnTo>
                    <a:pt x="3569" y="1285"/>
                  </a:lnTo>
                  <a:lnTo>
                    <a:pt x="3936" y="818"/>
                  </a:lnTo>
                  <a:cubicBezTo>
                    <a:pt x="4103" y="617"/>
                    <a:pt x="4103" y="317"/>
                    <a:pt x="3936" y="150"/>
                  </a:cubicBezTo>
                  <a:cubicBezTo>
                    <a:pt x="3853" y="50"/>
                    <a:pt x="3736" y="0"/>
                    <a:pt x="3615"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3f8d4e882d8_0_2"/>
            <p:cNvSpPr/>
            <p:nvPr/>
          </p:nvSpPr>
          <p:spPr>
            <a:xfrm>
              <a:off x="695575" y="2288900"/>
              <a:ext cx="102600" cy="119475"/>
            </a:xfrm>
            <a:custGeom>
              <a:rect b="b" l="l" r="r" t="t"/>
              <a:pathLst>
                <a:path extrusionOk="0" h="4779" w="4104">
                  <a:moveTo>
                    <a:pt x="3603" y="0"/>
                  </a:moveTo>
                  <a:cubicBezTo>
                    <a:pt x="3486" y="0"/>
                    <a:pt x="3370" y="50"/>
                    <a:pt x="3269" y="150"/>
                  </a:cubicBezTo>
                  <a:lnTo>
                    <a:pt x="568" y="3520"/>
                  </a:lnTo>
                  <a:lnTo>
                    <a:pt x="167" y="3987"/>
                  </a:lnTo>
                  <a:cubicBezTo>
                    <a:pt x="0" y="4153"/>
                    <a:pt x="0"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4" name="Google Shape;184;g3f8d4e882d8_0_2"/>
          <p:cNvSpPr txBox="1"/>
          <p:nvPr/>
        </p:nvSpPr>
        <p:spPr>
          <a:xfrm>
            <a:off x="703274" y="3000158"/>
            <a:ext cx="612600" cy="432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s" sz="2400" u="none" cap="none" strike="noStrike">
                <a:solidFill>
                  <a:srgbClr val="424242"/>
                </a:solidFill>
                <a:latin typeface="Maven Pro"/>
                <a:ea typeface="Maven Pro"/>
                <a:cs typeface="Maven Pro"/>
                <a:sym typeface="Maven Pro"/>
              </a:rPr>
              <a:t>03</a:t>
            </a:r>
            <a:endParaRPr b="1" i="0" sz="2400" u="none" cap="none" strike="noStrike">
              <a:solidFill>
                <a:srgbClr val="424242"/>
              </a:solidFill>
              <a:latin typeface="Maven Pro"/>
              <a:ea typeface="Maven Pro"/>
              <a:cs typeface="Maven Pro"/>
              <a:sym typeface="Maven Pro"/>
            </a:endParaRPr>
          </a:p>
        </p:txBody>
      </p:sp>
      <p:sp>
        <p:nvSpPr>
          <p:cNvPr id="185" name="Google Shape;185;g3f8d4e882d8_0_2"/>
          <p:cNvSpPr txBox="1"/>
          <p:nvPr/>
        </p:nvSpPr>
        <p:spPr>
          <a:xfrm>
            <a:off x="1309225" y="3005649"/>
            <a:ext cx="3885900" cy="51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highlight>
                  <a:srgbClr val="424242"/>
                </a:highlight>
                <a:latin typeface="Arial Rounded"/>
                <a:ea typeface="Arial Rounded"/>
                <a:cs typeface="Arial Rounded"/>
                <a:sym typeface="Arial Rounded"/>
              </a:rPr>
              <a:t>Be active and do all </a:t>
            </a:r>
            <a:endParaRPr b="1" i="0" sz="1800" u="none" cap="none" strike="noStrike">
              <a:solidFill>
                <a:srgbClr val="FFFFFF"/>
              </a:solidFill>
              <a:highlight>
                <a:srgbClr val="424242"/>
              </a:highlight>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highlight>
                  <a:srgbClr val="424242"/>
                </a:highlight>
                <a:latin typeface="Arial Rounded"/>
                <a:ea typeface="Arial Rounded"/>
                <a:cs typeface="Arial Rounded"/>
                <a:sym typeface="Arial Rounded"/>
              </a:rPr>
              <a:t>the activities</a:t>
            </a:r>
            <a:endParaRPr b="1" i="0" sz="1800" u="none" cap="none" strike="noStrike">
              <a:solidFill>
                <a:srgbClr val="FFFFFF"/>
              </a:solidFill>
              <a:highlight>
                <a:srgbClr val="424242"/>
              </a:highlight>
              <a:latin typeface="Arial Rounded"/>
              <a:ea typeface="Arial Rounded"/>
              <a:cs typeface="Arial Rounded"/>
              <a:sym typeface="Arial Rounded"/>
            </a:endParaRPr>
          </a:p>
        </p:txBody>
      </p:sp>
      <p:grpSp>
        <p:nvGrpSpPr>
          <p:cNvPr id="186" name="Google Shape;186;g3f8d4e882d8_0_2"/>
          <p:cNvGrpSpPr/>
          <p:nvPr/>
        </p:nvGrpSpPr>
        <p:grpSpPr>
          <a:xfrm>
            <a:off x="4548849" y="2972721"/>
            <a:ext cx="575563" cy="511767"/>
            <a:chOff x="-164200" y="1462250"/>
            <a:chExt cx="1037425" cy="949475"/>
          </a:xfrm>
        </p:grpSpPr>
        <p:sp>
          <p:nvSpPr>
            <p:cNvPr id="187" name="Google Shape;187;g3f8d4e882d8_0_2"/>
            <p:cNvSpPr/>
            <p:nvPr/>
          </p:nvSpPr>
          <p:spPr>
            <a:xfrm>
              <a:off x="-75800" y="1462250"/>
              <a:ext cx="946050" cy="851550"/>
            </a:xfrm>
            <a:custGeom>
              <a:rect b="b" l="l" r="r" t="t"/>
              <a:pathLst>
                <a:path extrusionOk="0" h="34062" w="37842">
                  <a:moveTo>
                    <a:pt x="35826" y="993"/>
                  </a:moveTo>
                  <a:cubicBezTo>
                    <a:pt x="36076" y="1010"/>
                    <a:pt x="36318" y="1018"/>
                    <a:pt x="36555" y="1018"/>
                  </a:cubicBezTo>
                  <a:cubicBezTo>
                    <a:pt x="36658" y="1018"/>
                    <a:pt x="36759" y="1017"/>
                    <a:pt x="36860" y="1014"/>
                  </a:cubicBezTo>
                  <a:lnTo>
                    <a:pt x="36860" y="1014"/>
                  </a:lnTo>
                  <a:lnTo>
                    <a:pt x="36860" y="33083"/>
                  </a:lnTo>
                  <a:lnTo>
                    <a:pt x="1968" y="33083"/>
                  </a:lnTo>
                  <a:cubicBezTo>
                    <a:pt x="1735" y="33050"/>
                    <a:pt x="1493" y="33033"/>
                    <a:pt x="1251" y="33033"/>
                  </a:cubicBezTo>
                  <a:cubicBezTo>
                    <a:pt x="1145" y="33033"/>
                    <a:pt x="1039" y="33036"/>
                    <a:pt x="934" y="33043"/>
                  </a:cubicBezTo>
                  <a:lnTo>
                    <a:pt x="934" y="33043"/>
                  </a:lnTo>
                  <a:lnTo>
                    <a:pt x="934" y="993"/>
                  </a:lnTo>
                  <a:close/>
                  <a:moveTo>
                    <a:pt x="2019" y="0"/>
                  </a:moveTo>
                  <a:cubicBezTo>
                    <a:pt x="1520" y="0"/>
                    <a:pt x="1023" y="15"/>
                    <a:pt x="534" y="59"/>
                  </a:cubicBezTo>
                  <a:lnTo>
                    <a:pt x="467" y="59"/>
                  </a:lnTo>
                  <a:cubicBezTo>
                    <a:pt x="200" y="59"/>
                    <a:pt x="0" y="260"/>
                    <a:pt x="0" y="526"/>
                  </a:cubicBezTo>
                  <a:lnTo>
                    <a:pt x="0" y="33550"/>
                  </a:lnTo>
                  <a:cubicBezTo>
                    <a:pt x="0" y="33784"/>
                    <a:pt x="200" y="34017"/>
                    <a:pt x="467" y="34017"/>
                  </a:cubicBezTo>
                  <a:lnTo>
                    <a:pt x="32790" y="34017"/>
                  </a:lnTo>
                  <a:cubicBezTo>
                    <a:pt x="33769" y="34017"/>
                    <a:pt x="34777" y="34062"/>
                    <a:pt x="35775" y="34062"/>
                  </a:cubicBezTo>
                  <a:cubicBezTo>
                    <a:pt x="36274" y="34062"/>
                    <a:pt x="36771" y="34050"/>
                    <a:pt x="37260" y="34017"/>
                  </a:cubicBezTo>
                  <a:lnTo>
                    <a:pt x="37327" y="34017"/>
                  </a:lnTo>
                  <a:cubicBezTo>
                    <a:pt x="37686" y="34017"/>
                    <a:pt x="37841" y="33718"/>
                    <a:pt x="37794" y="33458"/>
                  </a:cubicBezTo>
                  <a:lnTo>
                    <a:pt x="37794" y="33458"/>
                  </a:lnTo>
                  <a:lnTo>
                    <a:pt x="37794" y="526"/>
                  </a:lnTo>
                  <a:cubicBezTo>
                    <a:pt x="37794" y="260"/>
                    <a:pt x="37594" y="59"/>
                    <a:pt x="37327" y="59"/>
                  </a:cubicBezTo>
                  <a:lnTo>
                    <a:pt x="5004" y="59"/>
                  </a:lnTo>
                  <a:cubicBezTo>
                    <a:pt x="4025" y="59"/>
                    <a:pt x="3017" y="0"/>
                    <a:pt x="201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g3f8d4e882d8_0_2"/>
            <p:cNvSpPr/>
            <p:nvPr/>
          </p:nvSpPr>
          <p:spPr>
            <a:xfrm>
              <a:off x="-164200" y="1462700"/>
              <a:ext cx="1037425" cy="949025"/>
            </a:xfrm>
            <a:custGeom>
              <a:rect b="b" l="l" r="r" t="t"/>
              <a:pathLst>
                <a:path extrusionOk="0" h="37961" w="41497">
                  <a:moveTo>
                    <a:pt x="3970" y="1"/>
                  </a:moveTo>
                  <a:cubicBezTo>
                    <a:pt x="3867" y="1"/>
                    <a:pt x="3761" y="42"/>
                    <a:pt x="3670" y="141"/>
                  </a:cubicBezTo>
                  <a:lnTo>
                    <a:pt x="3670" y="175"/>
                  </a:lnTo>
                  <a:lnTo>
                    <a:pt x="934" y="3310"/>
                  </a:lnTo>
                  <a:cubicBezTo>
                    <a:pt x="667" y="3611"/>
                    <a:pt x="67" y="4078"/>
                    <a:pt x="34" y="4545"/>
                  </a:cubicBezTo>
                  <a:cubicBezTo>
                    <a:pt x="0" y="4645"/>
                    <a:pt x="0" y="4778"/>
                    <a:pt x="34" y="4878"/>
                  </a:cubicBezTo>
                  <a:cubicBezTo>
                    <a:pt x="34" y="6946"/>
                    <a:pt x="67" y="9014"/>
                    <a:pt x="100" y="11083"/>
                  </a:cubicBezTo>
                  <a:lnTo>
                    <a:pt x="234" y="21757"/>
                  </a:lnTo>
                  <a:cubicBezTo>
                    <a:pt x="267" y="25193"/>
                    <a:pt x="334" y="28629"/>
                    <a:pt x="367" y="32064"/>
                  </a:cubicBezTo>
                  <a:lnTo>
                    <a:pt x="434" y="35667"/>
                  </a:lnTo>
                  <a:cubicBezTo>
                    <a:pt x="434" y="36234"/>
                    <a:pt x="401" y="36834"/>
                    <a:pt x="434" y="37401"/>
                  </a:cubicBezTo>
                  <a:lnTo>
                    <a:pt x="434" y="37468"/>
                  </a:lnTo>
                  <a:cubicBezTo>
                    <a:pt x="434" y="37735"/>
                    <a:pt x="667" y="37935"/>
                    <a:pt x="901" y="37935"/>
                  </a:cubicBezTo>
                  <a:lnTo>
                    <a:pt x="36993" y="37935"/>
                  </a:lnTo>
                  <a:cubicBezTo>
                    <a:pt x="37227" y="37952"/>
                    <a:pt x="37460" y="37960"/>
                    <a:pt x="37694" y="37960"/>
                  </a:cubicBezTo>
                  <a:cubicBezTo>
                    <a:pt x="37927" y="37960"/>
                    <a:pt x="38161" y="37952"/>
                    <a:pt x="38394" y="37935"/>
                  </a:cubicBezTo>
                  <a:cubicBezTo>
                    <a:pt x="38928" y="37902"/>
                    <a:pt x="39228" y="37068"/>
                    <a:pt x="39462" y="36701"/>
                  </a:cubicBezTo>
                  <a:lnTo>
                    <a:pt x="40963" y="34299"/>
                  </a:lnTo>
                  <a:lnTo>
                    <a:pt x="41263" y="33799"/>
                  </a:lnTo>
                  <a:cubicBezTo>
                    <a:pt x="41496" y="33426"/>
                    <a:pt x="41175" y="33085"/>
                    <a:pt x="40847" y="33085"/>
                  </a:cubicBezTo>
                  <a:cubicBezTo>
                    <a:pt x="40705" y="33085"/>
                    <a:pt x="40563" y="33148"/>
                    <a:pt x="40462" y="33299"/>
                  </a:cubicBezTo>
                  <a:lnTo>
                    <a:pt x="38172" y="37001"/>
                  </a:lnTo>
                  <a:lnTo>
                    <a:pt x="2469" y="37001"/>
                  </a:lnTo>
                  <a:cubicBezTo>
                    <a:pt x="2219" y="36968"/>
                    <a:pt x="1968" y="36951"/>
                    <a:pt x="1718" y="36951"/>
                  </a:cubicBezTo>
                  <a:cubicBezTo>
                    <a:pt x="1599" y="36951"/>
                    <a:pt x="1481" y="36955"/>
                    <a:pt x="1362" y="36962"/>
                  </a:cubicBezTo>
                  <a:lnTo>
                    <a:pt x="1362" y="36962"/>
                  </a:lnTo>
                  <a:lnTo>
                    <a:pt x="1234" y="26327"/>
                  </a:lnTo>
                  <a:cubicBezTo>
                    <a:pt x="1168" y="20423"/>
                    <a:pt x="1101" y="14485"/>
                    <a:pt x="1001" y="8581"/>
                  </a:cubicBezTo>
                  <a:cubicBezTo>
                    <a:pt x="1001" y="7306"/>
                    <a:pt x="971" y="6001"/>
                    <a:pt x="968" y="4723"/>
                  </a:cubicBezTo>
                  <a:lnTo>
                    <a:pt x="968" y="4723"/>
                  </a:lnTo>
                  <a:lnTo>
                    <a:pt x="4337" y="809"/>
                  </a:lnTo>
                  <a:cubicBezTo>
                    <a:pt x="4645" y="474"/>
                    <a:pt x="4319" y="1"/>
                    <a:pt x="3970"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3f8d4e882d8_0_2"/>
            <p:cNvSpPr/>
            <p:nvPr/>
          </p:nvSpPr>
          <p:spPr>
            <a:xfrm>
              <a:off x="-159200" y="1543150"/>
              <a:ext cx="108425" cy="122000"/>
            </a:xfrm>
            <a:custGeom>
              <a:rect b="b" l="l" r="r" t="t"/>
              <a:pathLst>
                <a:path extrusionOk="0" h="4880" w="4337">
                  <a:moveTo>
                    <a:pt x="3816" y="1"/>
                  </a:moveTo>
                  <a:cubicBezTo>
                    <a:pt x="3695" y="1"/>
                    <a:pt x="3570" y="42"/>
                    <a:pt x="3470" y="126"/>
                  </a:cubicBezTo>
                  <a:lnTo>
                    <a:pt x="601" y="3595"/>
                  </a:lnTo>
                  <a:lnTo>
                    <a:pt x="167" y="4062"/>
                  </a:lnTo>
                  <a:cubicBezTo>
                    <a:pt x="0" y="4262"/>
                    <a:pt x="0" y="4562"/>
                    <a:pt x="167" y="4729"/>
                  </a:cubicBezTo>
                  <a:cubicBezTo>
                    <a:pt x="267" y="4829"/>
                    <a:pt x="384" y="4879"/>
                    <a:pt x="501" y="4879"/>
                  </a:cubicBezTo>
                  <a:cubicBezTo>
                    <a:pt x="618" y="4879"/>
                    <a:pt x="734" y="4829"/>
                    <a:pt x="834" y="4729"/>
                  </a:cubicBezTo>
                  <a:lnTo>
                    <a:pt x="3736" y="1293"/>
                  </a:lnTo>
                  <a:lnTo>
                    <a:pt x="4137" y="793"/>
                  </a:lnTo>
                  <a:cubicBezTo>
                    <a:pt x="4337" y="626"/>
                    <a:pt x="4337" y="326"/>
                    <a:pt x="4137" y="126"/>
                  </a:cubicBezTo>
                  <a:cubicBezTo>
                    <a:pt x="4053" y="42"/>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f8d4e882d8_0_2"/>
            <p:cNvSpPr/>
            <p:nvPr/>
          </p:nvSpPr>
          <p:spPr>
            <a:xfrm>
              <a:off x="-163400" y="1609475"/>
              <a:ext cx="116000" cy="122150"/>
            </a:xfrm>
            <a:custGeom>
              <a:rect b="b" l="l" r="r" t="t"/>
              <a:pathLst>
                <a:path extrusionOk="0" h="4886" w="4640">
                  <a:moveTo>
                    <a:pt x="3969" y="1"/>
                  </a:moveTo>
                  <a:cubicBezTo>
                    <a:pt x="3860" y="1"/>
                    <a:pt x="3744" y="42"/>
                    <a:pt x="3638" y="141"/>
                  </a:cubicBezTo>
                  <a:lnTo>
                    <a:pt x="769" y="3610"/>
                  </a:lnTo>
                  <a:lnTo>
                    <a:pt x="335" y="4077"/>
                  </a:lnTo>
                  <a:cubicBezTo>
                    <a:pt x="1" y="4412"/>
                    <a:pt x="321" y="4885"/>
                    <a:pt x="684" y="4885"/>
                  </a:cubicBezTo>
                  <a:cubicBezTo>
                    <a:pt x="792" y="4885"/>
                    <a:pt x="903" y="4844"/>
                    <a:pt x="1002" y="4745"/>
                  </a:cubicBezTo>
                  <a:cubicBezTo>
                    <a:pt x="1970" y="3610"/>
                    <a:pt x="2937" y="2443"/>
                    <a:pt x="3904" y="1309"/>
                  </a:cubicBezTo>
                  <a:lnTo>
                    <a:pt x="4305" y="808"/>
                  </a:lnTo>
                  <a:cubicBezTo>
                    <a:pt x="4639" y="474"/>
                    <a:pt x="4339" y="1"/>
                    <a:pt x="396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f8d4e882d8_0_2"/>
            <p:cNvSpPr/>
            <p:nvPr/>
          </p:nvSpPr>
          <p:spPr>
            <a:xfrm>
              <a:off x="-159200" y="1676575"/>
              <a:ext cx="108425" cy="121375"/>
            </a:xfrm>
            <a:custGeom>
              <a:rect b="b" l="l" r="r" t="t"/>
              <a:pathLst>
                <a:path extrusionOk="0" h="4855" w="4337">
                  <a:moveTo>
                    <a:pt x="3816" y="1"/>
                  </a:moveTo>
                  <a:cubicBezTo>
                    <a:pt x="3695" y="1"/>
                    <a:pt x="3570" y="43"/>
                    <a:pt x="3470" y="126"/>
                  </a:cubicBezTo>
                  <a:lnTo>
                    <a:pt x="601" y="3595"/>
                  </a:lnTo>
                  <a:lnTo>
                    <a:pt x="167" y="4062"/>
                  </a:lnTo>
                  <a:cubicBezTo>
                    <a:pt x="0" y="4262"/>
                    <a:pt x="0" y="4529"/>
                    <a:pt x="167" y="4729"/>
                  </a:cubicBezTo>
                  <a:cubicBezTo>
                    <a:pt x="267" y="4813"/>
                    <a:pt x="384" y="4854"/>
                    <a:pt x="501" y="4854"/>
                  </a:cubicBezTo>
                  <a:cubicBezTo>
                    <a:pt x="618" y="4854"/>
                    <a:pt x="734" y="4813"/>
                    <a:pt x="834" y="4729"/>
                  </a:cubicBezTo>
                  <a:cubicBezTo>
                    <a:pt x="1802" y="3595"/>
                    <a:pt x="2769" y="2428"/>
                    <a:pt x="3736" y="1293"/>
                  </a:cubicBezTo>
                  <a:lnTo>
                    <a:pt x="4137" y="793"/>
                  </a:lnTo>
                  <a:cubicBezTo>
                    <a:pt x="4337" y="593"/>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f8d4e882d8_0_2"/>
            <p:cNvSpPr/>
            <p:nvPr/>
          </p:nvSpPr>
          <p:spPr>
            <a:xfrm>
              <a:off x="-159200" y="1743300"/>
              <a:ext cx="108425" cy="121350"/>
            </a:xfrm>
            <a:custGeom>
              <a:rect b="b" l="l" r="r" t="t"/>
              <a:pathLst>
                <a:path extrusionOk="0" h="4854" w="4337">
                  <a:moveTo>
                    <a:pt x="3816" y="0"/>
                  </a:moveTo>
                  <a:cubicBezTo>
                    <a:pt x="3695" y="0"/>
                    <a:pt x="3570" y="42"/>
                    <a:pt x="3470" y="125"/>
                  </a:cubicBezTo>
                  <a:lnTo>
                    <a:pt x="601" y="3595"/>
                  </a:lnTo>
                  <a:lnTo>
                    <a:pt x="167" y="4062"/>
                  </a:lnTo>
                  <a:cubicBezTo>
                    <a:pt x="0" y="4262"/>
                    <a:pt x="0" y="4529"/>
                    <a:pt x="167" y="4729"/>
                  </a:cubicBezTo>
                  <a:cubicBezTo>
                    <a:pt x="267" y="4812"/>
                    <a:pt x="384" y="4854"/>
                    <a:pt x="501" y="4854"/>
                  </a:cubicBezTo>
                  <a:cubicBezTo>
                    <a:pt x="618" y="4854"/>
                    <a:pt x="734" y="4812"/>
                    <a:pt x="834" y="4729"/>
                  </a:cubicBezTo>
                  <a:cubicBezTo>
                    <a:pt x="1802" y="3595"/>
                    <a:pt x="2769" y="2427"/>
                    <a:pt x="3736" y="1293"/>
                  </a:cubicBezTo>
                  <a:lnTo>
                    <a:pt x="4137" y="793"/>
                  </a:lnTo>
                  <a:cubicBezTo>
                    <a:pt x="4337" y="626"/>
                    <a:pt x="4337" y="326"/>
                    <a:pt x="4137" y="125"/>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f8d4e882d8_0_2"/>
            <p:cNvSpPr/>
            <p:nvPr/>
          </p:nvSpPr>
          <p:spPr>
            <a:xfrm>
              <a:off x="-159200" y="1809375"/>
              <a:ext cx="108425" cy="122000"/>
            </a:xfrm>
            <a:custGeom>
              <a:rect b="b" l="l" r="r" t="t"/>
              <a:pathLst>
                <a:path extrusionOk="0" h="4880" w="4337">
                  <a:moveTo>
                    <a:pt x="3816" y="1"/>
                  </a:moveTo>
                  <a:cubicBezTo>
                    <a:pt x="3695" y="1"/>
                    <a:pt x="3570" y="51"/>
                    <a:pt x="3470" y="151"/>
                  </a:cubicBezTo>
                  <a:lnTo>
                    <a:pt x="601" y="3587"/>
                  </a:lnTo>
                  <a:lnTo>
                    <a:pt x="167" y="4087"/>
                  </a:lnTo>
                  <a:cubicBezTo>
                    <a:pt x="0" y="4254"/>
                    <a:pt x="0" y="4554"/>
                    <a:pt x="167" y="4754"/>
                  </a:cubicBezTo>
                  <a:cubicBezTo>
                    <a:pt x="267" y="4838"/>
                    <a:pt x="384" y="4879"/>
                    <a:pt x="501" y="4879"/>
                  </a:cubicBezTo>
                  <a:cubicBezTo>
                    <a:pt x="618" y="4879"/>
                    <a:pt x="734" y="4838"/>
                    <a:pt x="834" y="4754"/>
                  </a:cubicBezTo>
                  <a:cubicBezTo>
                    <a:pt x="1802" y="3587"/>
                    <a:pt x="2769" y="2453"/>
                    <a:pt x="3736" y="1285"/>
                  </a:cubicBezTo>
                  <a:lnTo>
                    <a:pt x="4137" y="818"/>
                  </a:lnTo>
                  <a:cubicBezTo>
                    <a:pt x="4337" y="618"/>
                    <a:pt x="4337" y="318"/>
                    <a:pt x="4137" y="151"/>
                  </a:cubicBezTo>
                  <a:cubicBezTo>
                    <a:pt x="4053" y="51"/>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f8d4e882d8_0_2"/>
            <p:cNvSpPr/>
            <p:nvPr/>
          </p:nvSpPr>
          <p:spPr>
            <a:xfrm>
              <a:off x="-160025" y="1876100"/>
              <a:ext cx="109250" cy="121775"/>
            </a:xfrm>
            <a:custGeom>
              <a:rect b="b" l="l" r="r" t="t"/>
              <a:pathLst>
                <a:path extrusionOk="0" h="4871" w="4370">
                  <a:moveTo>
                    <a:pt x="3849" y="1"/>
                  </a:moveTo>
                  <a:cubicBezTo>
                    <a:pt x="3728" y="1"/>
                    <a:pt x="3603" y="51"/>
                    <a:pt x="3503" y="151"/>
                  </a:cubicBezTo>
                  <a:lnTo>
                    <a:pt x="600" y="3586"/>
                  </a:lnTo>
                  <a:lnTo>
                    <a:pt x="200" y="4087"/>
                  </a:lnTo>
                  <a:cubicBezTo>
                    <a:pt x="0" y="4254"/>
                    <a:pt x="0" y="4554"/>
                    <a:pt x="200" y="4721"/>
                  </a:cubicBezTo>
                  <a:cubicBezTo>
                    <a:pt x="284" y="4821"/>
                    <a:pt x="400" y="4871"/>
                    <a:pt x="521" y="4871"/>
                  </a:cubicBezTo>
                  <a:cubicBezTo>
                    <a:pt x="642" y="4871"/>
                    <a:pt x="767" y="4821"/>
                    <a:pt x="867" y="4721"/>
                  </a:cubicBezTo>
                  <a:lnTo>
                    <a:pt x="867" y="4754"/>
                  </a:lnTo>
                  <a:lnTo>
                    <a:pt x="3769" y="1285"/>
                  </a:lnTo>
                  <a:lnTo>
                    <a:pt x="4170" y="818"/>
                  </a:lnTo>
                  <a:cubicBezTo>
                    <a:pt x="4370" y="618"/>
                    <a:pt x="4370" y="317"/>
                    <a:pt x="4170" y="151"/>
                  </a:cubicBezTo>
                  <a:cubicBezTo>
                    <a:pt x="4086" y="51"/>
                    <a:pt x="3970" y="1"/>
                    <a:pt x="3849"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3f8d4e882d8_0_2"/>
            <p:cNvSpPr/>
            <p:nvPr/>
          </p:nvSpPr>
          <p:spPr>
            <a:xfrm>
              <a:off x="-159200" y="1942825"/>
              <a:ext cx="108425" cy="121775"/>
            </a:xfrm>
            <a:custGeom>
              <a:rect b="b" l="l" r="r" t="t"/>
              <a:pathLst>
                <a:path extrusionOk="0" h="4871" w="4337">
                  <a:moveTo>
                    <a:pt x="3816" y="0"/>
                  </a:moveTo>
                  <a:cubicBezTo>
                    <a:pt x="3695" y="0"/>
                    <a:pt x="3570" y="50"/>
                    <a:pt x="3470" y="150"/>
                  </a:cubicBezTo>
                  <a:lnTo>
                    <a:pt x="601" y="3586"/>
                  </a:lnTo>
                  <a:lnTo>
                    <a:pt x="167" y="4086"/>
                  </a:lnTo>
                  <a:cubicBezTo>
                    <a:pt x="0" y="4253"/>
                    <a:pt x="0" y="4553"/>
                    <a:pt x="167" y="4720"/>
                  </a:cubicBezTo>
                  <a:cubicBezTo>
                    <a:pt x="267" y="4820"/>
                    <a:pt x="384" y="4870"/>
                    <a:pt x="501" y="4870"/>
                  </a:cubicBezTo>
                  <a:cubicBezTo>
                    <a:pt x="618" y="4870"/>
                    <a:pt x="734" y="4820"/>
                    <a:pt x="834" y="4720"/>
                  </a:cubicBezTo>
                  <a:lnTo>
                    <a:pt x="3736" y="1284"/>
                  </a:lnTo>
                  <a:lnTo>
                    <a:pt x="4137" y="817"/>
                  </a:lnTo>
                  <a:cubicBezTo>
                    <a:pt x="4337" y="617"/>
                    <a:pt x="4337" y="317"/>
                    <a:pt x="4137" y="150"/>
                  </a:cubicBezTo>
                  <a:cubicBezTo>
                    <a:pt x="4053" y="50"/>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3f8d4e882d8_0_2"/>
            <p:cNvSpPr/>
            <p:nvPr/>
          </p:nvSpPr>
          <p:spPr>
            <a:xfrm>
              <a:off x="-163325" y="2008925"/>
              <a:ext cx="115925" cy="122250"/>
            </a:xfrm>
            <a:custGeom>
              <a:rect b="b" l="l" r="r" t="t"/>
              <a:pathLst>
                <a:path extrusionOk="0" h="4890" w="4637">
                  <a:moveTo>
                    <a:pt x="3966" y="1"/>
                  </a:moveTo>
                  <a:cubicBezTo>
                    <a:pt x="3857" y="1"/>
                    <a:pt x="3741" y="42"/>
                    <a:pt x="3635" y="141"/>
                  </a:cubicBezTo>
                  <a:lnTo>
                    <a:pt x="766" y="3611"/>
                  </a:lnTo>
                  <a:lnTo>
                    <a:pt x="332" y="4078"/>
                  </a:lnTo>
                  <a:cubicBezTo>
                    <a:pt x="0" y="4435"/>
                    <a:pt x="313" y="4890"/>
                    <a:pt x="672" y="4890"/>
                  </a:cubicBezTo>
                  <a:cubicBezTo>
                    <a:pt x="783" y="4890"/>
                    <a:pt x="897" y="4847"/>
                    <a:pt x="999" y="4745"/>
                  </a:cubicBezTo>
                  <a:cubicBezTo>
                    <a:pt x="1967" y="3611"/>
                    <a:pt x="2934" y="2443"/>
                    <a:pt x="3901" y="1309"/>
                  </a:cubicBezTo>
                  <a:lnTo>
                    <a:pt x="4302" y="809"/>
                  </a:lnTo>
                  <a:cubicBezTo>
                    <a:pt x="4636" y="474"/>
                    <a:pt x="4336" y="1"/>
                    <a:pt x="396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f8d4e882d8_0_2"/>
            <p:cNvSpPr/>
            <p:nvPr/>
          </p:nvSpPr>
          <p:spPr>
            <a:xfrm>
              <a:off x="-159200" y="2076025"/>
              <a:ext cx="108425" cy="122000"/>
            </a:xfrm>
            <a:custGeom>
              <a:rect b="b" l="l" r="r" t="t"/>
              <a:pathLst>
                <a:path extrusionOk="0" h="4880" w="4337">
                  <a:moveTo>
                    <a:pt x="3816" y="1"/>
                  </a:moveTo>
                  <a:cubicBezTo>
                    <a:pt x="3695" y="1"/>
                    <a:pt x="3570" y="43"/>
                    <a:pt x="3470" y="126"/>
                  </a:cubicBezTo>
                  <a:lnTo>
                    <a:pt x="601" y="3595"/>
                  </a:lnTo>
                  <a:lnTo>
                    <a:pt x="167" y="4062"/>
                  </a:lnTo>
                  <a:cubicBezTo>
                    <a:pt x="0" y="4262"/>
                    <a:pt x="0" y="4563"/>
                    <a:pt x="167" y="4729"/>
                  </a:cubicBezTo>
                  <a:cubicBezTo>
                    <a:pt x="267" y="4829"/>
                    <a:pt x="384" y="4879"/>
                    <a:pt x="501" y="4879"/>
                  </a:cubicBezTo>
                  <a:cubicBezTo>
                    <a:pt x="618" y="4879"/>
                    <a:pt x="734" y="4829"/>
                    <a:pt x="834" y="4729"/>
                  </a:cubicBezTo>
                  <a:cubicBezTo>
                    <a:pt x="1802" y="3595"/>
                    <a:pt x="2769" y="2428"/>
                    <a:pt x="3736" y="1294"/>
                  </a:cubicBezTo>
                  <a:lnTo>
                    <a:pt x="4137" y="793"/>
                  </a:lnTo>
                  <a:cubicBezTo>
                    <a:pt x="4337" y="626"/>
                    <a:pt x="4337" y="326"/>
                    <a:pt x="4137" y="126"/>
                  </a:cubicBezTo>
                  <a:cubicBezTo>
                    <a:pt x="4053" y="43"/>
                    <a:pt x="3937" y="1"/>
                    <a:pt x="3816" y="1"/>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f8d4e882d8_0_2"/>
            <p:cNvSpPr/>
            <p:nvPr/>
          </p:nvSpPr>
          <p:spPr>
            <a:xfrm>
              <a:off x="-159200" y="2142750"/>
              <a:ext cx="108425" cy="121350"/>
            </a:xfrm>
            <a:custGeom>
              <a:rect b="b" l="l" r="r" t="t"/>
              <a:pathLst>
                <a:path extrusionOk="0" h="4854" w="4337">
                  <a:moveTo>
                    <a:pt x="3816" y="0"/>
                  </a:moveTo>
                  <a:cubicBezTo>
                    <a:pt x="3695" y="0"/>
                    <a:pt x="3570" y="42"/>
                    <a:pt x="3470" y="126"/>
                  </a:cubicBezTo>
                  <a:lnTo>
                    <a:pt x="601" y="3595"/>
                  </a:lnTo>
                  <a:lnTo>
                    <a:pt x="167" y="4062"/>
                  </a:lnTo>
                  <a:cubicBezTo>
                    <a:pt x="0" y="4262"/>
                    <a:pt x="0" y="4529"/>
                    <a:pt x="167" y="4729"/>
                  </a:cubicBezTo>
                  <a:cubicBezTo>
                    <a:pt x="267" y="4812"/>
                    <a:pt x="392" y="4854"/>
                    <a:pt x="513" y="4854"/>
                  </a:cubicBezTo>
                  <a:cubicBezTo>
                    <a:pt x="634" y="4854"/>
                    <a:pt x="751" y="4812"/>
                    <a:pt x="834" y="4729"/>
                  </a:cubicBezTo>
                  <a:cubicBezTo>
                    <a:pt x="1802" y="3595"/>
                    <a:pt x="2769" y="2427"/>
                    <a:pt x="3736" y="1293"/>
                  </a:cubicBezTo>
                  <a:lnTo>
                    <a:pt x="4137" y="793"/>
                  </a:lnTo>
                  <a:cubicBezTo>
                    <a:pt x="4337" y="593"/>
                    <a:pt x="4337" y="326"/>
                    <a:pt x="4137" y="126"/>
                  </a:cubicBezTo>
                  <a:cubicBezTo>
                    <a:pt x="4053" y="42"/>
                    <a:pt x="3937" y="0"/>
                    <a:pt x="38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3f8d4e882d8_0_2"/>
            <p:cNvSpPr/>
            <p:nvPr/>
          </p:nvSpPr>
          <p:spPr>
            <a:xfrm>
              <a:off x="-160025" y="2209475"/>
              <a:ext cx="109250" cy="121975"/>
            </a:xfrm>
            <a:custGeom>
              <a:rect b="b" l="l" r="r" t="t"/>
              <a:pathLst>
                <a:path extrusionOk="0" h="4879" w="4370">
                  <a:moveTo>
                    <a:pt x="3849" y="0"/>
                  </a:moveTo>
                  <a:cubicBezTo>
                    <a:pt x="3728" y="0"/>
                    <a:pt x="3603" y="42"/>
                    <a:pt x="3503" y="125"/>
                  </a:cubicBezTo>
                  <a:lnTo>
                    <a:pt x="600" y="3594"/>
                  </a:lnTo>
                  <a:lnTo>
                    <a:pt x="200" y="4095"/>
                  </a:lnTo>
                  <a:cubicBezTo>
                    <a:pt x="0" y="4261"/>
                    <a:pt x="0" y="4562"/>
                    <a:pt x="200" y="4728"/>
                  </a:cubicBezTo>
                  <a:cubicBezTo>
                    <a:pt x="284" y="4829"/>
                    <a:pt x="400" y="4879"/>
                    <a:pt x="521" y="4879"/>
                  </a:cubicBezTo>
                  <a:cubicBezTo>
                    <a:pt x="642" y="4879"/>
                    <a:pt x="767" y="4829"/>
                    <a:pt x="867" y="4728"/>
                  </a:cubicBezTo>
                  <a:cubicBezTo>
                    <a:pt x="1835" y="3561"/>
                    <a:pt x="2802" y="2427"/>
                    <a:pt x="3769" y="1259"/>
                  </a:cubicBezTo>
                  <a:lnTo>
                    <a:pt x="4170" y="792"/>
                  </a:lnTo>
                  <a:cubicBezTo>
                    <a:pt x="4370" y="592"/>
                    <a:pt x="4370" y="325"/>
                    <a:pt x="4170" y="125"/>
                  </a:cubicBezTo>
                  <a:cubicBezTo>
                    <a:pt x="4086" y="42"/>
                    <a:pt x="3970" y="0"/>
                    <a:pt x="3849"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f8d4e882d8_0_2"/>
            <p:cNvSpPr/>
            <p:nvPr/>
          </p:nvSpPr>
          <p:spPr>
            <a:xfrm>
              <a:off x="-154200" y="2288900"/>
              <a:ext cx="102600" cy="119475"/>
            </a:xfrm>
            <a:custGeom>
              <a:rect b="b" l="l" r="r" t="t"/>
              <a:pathLst>
                <a:path extrusionOk="0" h="4779" w="4104">
                  <a:moveTo>
                    <a:pt x="3603" y="0"/>
                  </a:moveTo>
                  <a:cubicBezTo>
                    <a:pt x="3486" y="0"/>
                    <a:pt x="3370" y="50"/>
                    <a:pt x="3270" y="150"/>
                  </a:cubicBezTo>
                  <a:lnTo>
                    <a:pt x="568" y="3520"/>
                  </a:lnTo>
                  <a:lnTo>
                    <a:pt x="167" y="3987"/>
                  </a:lnTo>
                  <a:cubicBezTo>
                    <a:pt x="1" y="4153"/>
                    <a:pt x="1"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f8d4e882d8_0_2"/>
            <p:cNvSpPr/>
            <p:nvPr/>
          </p:nvSpPr>
          <p:spPr>
            <a:xfrm>
              <a:off x="-76650" y="2288900"/>
              <a:ext cx="102600" cy="119475"/>
            </a:xfrm>
            <a:custGeom>
              <a:rect b="b" l="l" r="r" t="t"/>
              <a:pathLst>
                <a:path extrusionOk="0" h="4779" w="4104">
                  <a:moveTo>
                    <a:pt x="3591" y="0"/>
                  </a:moveTo>
                  <a:cubicBezTo>
                    <a:pt x="3470" y="0"/>
                    <a:pt x="3353" y="50"/>
                    <a:pt x="3270" y="150"/>
                  </a:cubicBezTo>
                  <a:cubicBezTo>
                    <a:pt x="2369" y="1251"/>
                    <a:pt x="1468" y="2385"/>
                    <a:pt x="568" y="3520"/>
                  </a:cubicBezTo>
                  <a:lnTo>
                    <a:pt x="168" y="3987"/>
                  </a:lnTo>
                  <a:cubicBezTo>
                    <a:pt x="1" y="4153"/>
                    <a:pt x="1" y="4454"/>
                    <a:pt x="168" y="4654"/>
                  </a:cubicBezTo>
                  <a:cubicBezTo>
                    <a:pt x="268" y="4737"/>
                    <a:pt x="384" y="4779"/>
                    <a:pt x="501" y="4779"/>
                  </a:cubicBezTo>
                  <a:cubicBezTo>
                    <a:pt x="618" y="4779"/>
                    <a:pt x="735"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f8d4e882d8_0_2"/>
            <p:cNvSpPr/>
            <p:nvPr/>
          </p:nvSpPr>
          <p:spPr>
            <a:xfrm>
              <a:off x="75" y="2288900"/>
              <a:ext cx="102600" cy="119475"/>
            </a:xfrm>
            <a:custGeom>
              <a:rect b="b" l="l" r="r" t="t"/>
              <a:pathLst>
                <a:path extrusionOk="0" h="4779" w="4104">
                  <a:moveTo>
                    <a:pt x="3616" y="0"/>
                  </a:moveTo>
                  <a:cubicBezTo>
                    <a:pt x="3495" y="0"/>
                    <a:pt x="3370" y="50"/>
                    <a:pt x="3270" y="150"/>
                  </a:cubicBezTo>
                  <a:cubicBezTo>
                    <a:pt x="2369" y="1251"/>
                    <a:pt x="1468" y="2385"/>
                    <a:pt x="568" y="3520"/>
                  </a:cubicBezTo>
                  <a:lnTo>
                    <a:pt x="201" y="3987"/>
                  </a:lnTo>
                  <a:cubicBezTo>
                    <a:pt x="1" y="4153"/>
                    <a:pt x="1" y="4454"/>
                    <a:pt x="201" y="4654"/>
                  </a:cubicBezTo>
                  <a:cubicBezTo>
                    <a:pt x="284" y="4737"/>
                    <a:pt x="401" y="4779"/>
                    <a:pt x="522" y="4779"/>
                  </a:cubicBezTo>
                  <a:cubicBezTo>
                    <a:pt x="643" y="4779"/>
                    <a:pt x="768" y="4737"/>
                    <a:pt x="868" y="4654"/>
                  </a:cubicBezTo>
                  <a:lnTo>
                    <a:pt x="3570" y="1285"/>
                  </a:lnTo>
                  <a:lnTo>
                    <a:pt x="3937" y="818"/>
                  </a:lnTo>
                  <a:cubicBezTo>
                    <a:pt x="4104" y="617"/>
                    <a:pt x="4104" y="317"/>
                    <a:pt x="3937" y="150"/>
                  </a:cubicBezTo>
                  <a:cubicBezTo>
                    <a:pt x="3853" y="50"/>
                    <a:pt x="3737" y="0"/>
                    <a:pt x="3616"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3f8d4e882d8_0_2"/>
            <p:cNvSpPr/>
            <p:nvPr/>
          </p:nvSpPr>
          <p:spPr>
            <a:xfrm>
              <a:off x="77625" y="2288900"/>
              <a:ext cx="102600" cy="119475"/>
            </a:xfrm>
            <a:custGeom>
              <a:rect b="b" l="l" r="r" t="t"/>
              <a:pathLst>
                <a:path extrusionOk="0" h="4779" w="4104">
                  <a:moveTo>
                    <a:pt x="3591" y="0"/>
                  </a:moveTo>
                  <a:cubicBezTo>
                    <a:pt x="3470" y="0"/>
                    <a:pt x="3353" y="50"/>
                    <a:pt x="3270" y="150"/>
                  </a:cubicBezTo>
                  <a:cubicBezTo>
                    <a:pt x="2369" y="1251"/>
                    <a:pt x="1469" y="2385"/>
                    <a:pt x="568" y="3520"/>
                  </a:cubicBezTo>
                  <a:lnTo>
                    <a:pt x="168" y="3987"/>
                  </a:lnTo>
                  <a:cubicBezTo>
                    <a:pt x="1" y="4153"/>
                    <a:pt x="1" y="4454"/>
                    <a:pt x="168" y="4654"/>
                  </a:cubicBezTo>
                  <a:cubicBezTo>
                    <a:pt x="268" y="4737"/>
                    <a:pt x="393" y="4779"/>
                    <a:pt x="514" y="4779"/>
                  </a:cubicBezTo>
                  <a:cubicBezTo>
                    <a:pt x="635" y="4779"/>
                    <a:pt x="751" y="4737"/>
                    <a:pt x="835" y="4654"/>
                  </a:cubicBezTo>
                  <a:lnTo>
                    <a:pt x="3537" y="1285"/>
                  </a:lnTo>
                  <a:lnTo>
                    <a:pt x="3937" y="818"/>
                  </a:lnTo>
                  <a:cubicBezTo>
                    <a:pt x="4104" y="617"/>
                    <a:pt x="4104" y="317"/>
                    <a:pt x="3937" y="150"/>
                  </a:cubicBezTo>
                  <a:cubicBezTo>
                    <a:pt x="3837" y="50"/>
                    <a:pt x="3712" y="0"/>
                    <a:pt x="3591"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3f8d4e882d8_0_2"/>
            <p:cNvSpPr/>
            <p:nvPr/>
          </p:nvSpPr>
          <p:spPr>
            <a:xfrm>
              <a:off x="155200" y="2288900"/>
              <a:ext cx="102575" cy="119475"/>
            </a:xfrm>
            <a:custGeom>
              <a:rect b="b" l="l" r="r" t="t"/>
              <a:pathLst>
                <a:path extrusionOk="0" h="4779" w="4103">
                  <a:moveTo>
                    <a:pt x="3590" y="0"/>
                  </a:moveTo>
                  <a:cubicBezTo>
                    <a:pt x="3469" y="0"/>
                    <a:pt x="3352" y="50"/>
                    <a:pt x="3269" y="150"/>
                  </a:cubicBezTo>
                  <a:cubicBezTo>
                    <a:pt x="2368" y="1251"/>
                    <a:pt x="1434" y="2385"/>
                    <a:pt x="534" y="3520"/>
                  </a:cubicBezTo>
                  <a:lnTo>
                    <a:pt x="167" y="3987"/>
                  </a:lnTo>
                  <a:cubicBezTo>
                    <a:pt x="0" y="4153"/>
                    <a:pt x="0" y="4454"/>
                    <a:pt x="167" y="4654"/>
                  </a:cubicBezTo>
                  <a:cubicBezTo>
                    <a:pt x="250" y="4737"/>
                    <a:pt x="367" y="4779"/>
                    <a:pt x="488" y="4779"/>
                  </a:cubicBezTo>
                  <a:cubicBezTo>
                    <a:pt x="609"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3f8d4e882d8_0_2"/>
            <p:cNvSpPr/>
            <p:nvPr/>
          </p:nvSpPr>
          <p:spPr>
            <a:xfrm>
              <a:off x="232750" y="2288900"/>
              <a:ext cx="102600" cy="119475"/>
            </a:xfrm>
            <a:custGeom>
              <a:rect b="b" l="l" r="r" t="t"/>
              <a:pathLst>
                <a:path extrusionOk="0" h="4779" w="4104">
                  <a:moveTo>
                    <a:pt x="3590" y="0"/>
                  </a:moveTo>
                  <a:cubicBezTo>
                    <a:pt x="3469" y="0"/>
                    <a:pt x="3353" y="50"/>
                    <a:pt x="3269" y="150"/>
                  </a:cubicBezTo>
                  <a:cubicBezTo>
                    <a:pt x="2369" y="1251"/>
                    <a:pt x="1468" y="2385"/>
                    <a:pt x="567" y="3520"/>
                  </a:cubicBezTo>
                  <a:lnTo>
                    <a:pt x="167" y="3987"/>
                  </a:lnTo>
                  <a:cubicBezTo>
                    <a:pt x="0" y="4153"/>
                    <a:pt x="0" y="4454"/>
                    <a:pt x="167" y="4654"/>
                  </a:cubicBezTo>
                  <a:cubicBezTo>
                    <a:pt x="267" y="4737"/>
                    <a:pt x="384" y="4779"/>
                    <a:pt x="501" y="4779"/>
                  </a:cubicBezTo>
                  <a:cubicBezTo>
                    <a:pt x="617" y="4779"/>
                    <a:pt x="734"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3f8d4e882d8_0_2"/>
            <p:cNvSpPr/>
            <p:nvPr/>
          </p:nvSpPr>
          <p:spPr>
            <a:xfrm>
              <a:off x="309475" y="2288900"/>
              <a:ext cx="102600" cy="119475"/>
            </a:xfrm>
            <a:custGeom>
              <a:rect b="b" l="l" r="r" t="t"/>
              <a:pathLst>
                <a:path extrusionOk="0" h="4779" w="4104">
                  <a:moveTo>
                    <a:pt x="3590" y="0"/>
                  </a:moveTo>
                  <a:cubicBezTo>
                    <a:pt x="3469" y="0"/>
                    <a:pt x="3353" y="50"/>
                    <a:pt x="3269" y="150"/>
                  </a:cubicBezTo>
                  <a:cubicBezTo>
                    <a:pt x="2368" y="1251"/>
                    <a:pt x="1468" y="2385"/>
                    <a:pt x="567" y="3520"/>
                  </a:cubicBezTo>
                  <a:lnTo>
                    <a:pt x="167" y="3987"/>
                  </a:lnTo>
                  <a:cubicBezTo>
                    <a:pt x="0" y="4153"/>
                    <a:pt x="0" y="4454"/>
                    <a:pt x="167" y="4654"/>
                  </a:cubicBezTo>
                  <a:cubicBezTo>
                    <a:pt x="267" y="4737"/>
                    <a:pt x="392" y="4779"/>
                    <a:pt x="513" y="4779"/>
                  </a:cubicBezTo>
                  <a:cubicBezTo>
                    <a:pt x="634" y="4779"/>
                    <a:pt x="751" y="4737"/>
                    <a:pt x="834" y="4654"/>
                  </a:cubicBezTo>
                  <a:cubicBezTo>
                    <a:pt x="1735" y="3520"/>
                    <a:pt x="2635" y="2419"/>
                    <a:pt x="3536" y="1285"/>
                  </a:cubicBezTo>
                  <a:lnTo>
                    <a:pt x="3936" y="818"/>
                  </a:lnTo>
                  <a:cubicBezTo>
                    <a:pt x="4103" y="617"/>
                    <a:pt x="4103" y="317"/>
                    <a:pt x="3936"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3f8d4e882d8_0_2"/>
            <p:cNvSpPr/>
            <p:nvPr/>
          </p:nvSpPr>
          <p:spPr>
            <a:xfrm>
              <a:off x="386175" y="2288900"/>
              <a:ext cx="103450" cy="119475"/>
            </a:xfrm>
            <a:custGeom>
              <a:rect b="b" l="l" r="r" t="t"/>
              <a:pathLst>
                <a:path extrusionOk="0" h="4779" w="4138">
                  <a:moveTo>
                    <a:pt x="3620" y="0"/>
                  </a:moveTo>
                  <a:cubicBezTo>
                    <a:pt x="3503" y="0"/>
                    <a:pt x="3387" y="50"/>
                    <a:pt x="3303" y="150"/>
                  </a:cubicBezTo>
                  <a:lnTo>
                    <a:pt x="568" y="3520"/>
                  </a:lnTo>
                  <a:lnTo>
                    <a:pt x="201" y="3987"/>
                  </a:lnTo>
                  <a:cubicBezTo>
                    <a:pt x="1" y="4153"/>
                    <a:pt x="1" y="4454"/>
                    <a:pt x="201" y="4654"/>
                  </a:cubicBezTo>
                  <a:cubicBezTo>
                    <a:pt x="285" y="4737"/>
                    <a:pt x="401" y="4779"/>
                    <a:pt x="522" y="4779"/>
                  </a:cubicBezTo>
                  <a:cubicBezTo>
                    <a:pt x="643" y="4779"/>
                    <a:pt x="768" y="4737"/>
                    <a:pt x="868" y="4654"/>
                  </a:cubicBezTo>
                  <a:cubicBezTo>
                    <a:pt x="1769" y="3520"/>
                    <a:pt x="2670" y="2419"/>
                    <a:pt x="3570" y="1285"/>
                  </a:cubicBezTo>
                  <a:lnTo>
                    <a:pt x="3937" y="818"/>
                  </a:lnTo>
                  <a:cubicBezTo>
                    <a:pt x="4137" y="617"/>
                    <a:pt x="4137" y="317"/>
                    <a:pt x="3937" y="150"/>
                  </a:cubicBezTo>
                  <a:cubicBezTo>
                    <a:pt x="3854" y="50"/>
                    <a:pt x="3737" y="0"/>
                    <a:pt x="362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3f8d4e882d8_0_2"/>
            <p:cNvSpPr/>
            <p:nvPr/>
          </p:nvSpPr>
          <p:spPr>
            <a:xfrm>
              <a:off x="463750" y="2288900"/>
              <a:ext cx="102600" cy="119475"/>
            </a:xfrm>
            <a:custGeom>
              <a:rect b="b" l="l" r="r" t="t"/>
              <a:pathLst>
                <a:path extrusionOk="0" h="4779" w="4104">
                  <a:moveTo>
                    <a:pt x="3603" y="0"/>
                  </a:moveTo>
                  <a:cubicBezTo>
                    <a:pt x="3486" y="0"/>
                    <a:pt x="3369" y="50"/>
                    <a:pt x="3269" y="150"/>
                  </a:cubicBezTo>
                  <a:lnTo>
                    <a:pt x="567" y="3520"/>
                  </a:lnTo>
                  <a:lnTo>
                    <a:pt x="200" y="3987"/>
                  </a:lnTo>
                  <a:cubicBezTo>
                    <a:pt x="0" y="4153"/>
                    <a:pt x="0" y="4454"/>
                    <a:pt x="200" y="4654"/>
                  </a:cubicBezTo>
                  <a:cubicBezTo>
                    <a:pt x="284" y="4737"/>
                    <a:pt x="400" y="4779"/>
                    <a:pt x="517" y="4779"/>
                  </a:cubicBezTo>
                  <a:cubicBezTo>
                    <a:pt x="634" y="4779"/>
                    <a:pt x="751" y="4737"/>
                    <a:pt x="834" y="4654"/>
                  </a:cubicBezTo>
                  <a:cubicBezTo>
                    <a:pt x="1735" y="3520"/>
                    <a:pt x="2635" y="2419"/>
                    <a:pt x="3569" y="1285"/>
                  </a:cubicBezTo>
                  <a:lnTo>
                    <a:pt x="3936" y="818"/>
                  </a:lnTo>
                  <a:cubicBezTo>
                    <a:pt x="4103" y="617"/>
                    <a:pt x="4103" y="317"/>
                    <a:pt x="3936" y="150"/>
                  </a:cubicBezTo>
                  <a:cubicBezTo>
                    <a:pt x="3836"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3f8d4e882d8_0_2"/>
            <p:cNvSpPr/>
            <p:nvPr/>
          </p:nvSpPr>
          <p:spPr>
            <a:xfrm>
              <a:off x="541300" y="2288900"/>
              <a:ext cx="102600" cy="119475"/>
            </a:xfrm>
            <a:custGeom>
              <a:rect b="b" l="l" r="r" t="t"/>
              <a:pathLst>
                <a:path extrusionOk="0" h="4779" w="4104">
                  <a:moveTo>
                    <a:pt x="3590" y="0"/>
                  </a:moveTo>
                  <a:cubicBezTo>
                    <a:pt x="3470" y="0"/>
                    <a:pt x="3353" y="50"/>
                    <a:pt x="3269" y="150"/>
                  </a:cubicBezTo>
                  <a:lnTo>
                    <a:pt x="567" y="3520"/>
                  </a:lnTo>
                  <a:lnTo>
                    <a:pt x="167" y="3987"/>
                  </a:lnTo>
                  <a:cubicBezTo>
                    <a:pt x="0" y="4153"/>
                    <a:pt x="0" y="4454"/>
                    <a:pt x="167" y="4654"/>
                  </a:cubicBezTo>
                  <a:cubicBezTo>
                    <a:pt x="267" y="4737"/>
                    <a:pt x="384" y="4779"/>
                    <a:pt x="501" y="4779"/>
                  </a:cubicBezTo>
                  <a:cubicBezTo>
                    <a:pt x="618" y="4779"/>
                    <a:pt x="734" y="4737"/>
                    <a:pt x="834" y="4654"/>
                  </a:cubicBezTo>
                  <a:cubicBezTo>
                    <a:pt x="1735" y="3520"/>
                    <a:pt x="2636" y="2419"/>
                    <a:pt x="3536" y="1285"/>
                  </a:cubicBezTo>
                  <a:lnTo>
                    <a:pt x="3937" y="818"/>
                  </a:lnTo>
                  <a:cubicBezTo>
                    <a:pt x="4103" y="617"/>
                    <a:pt x="4103" y="317"/>
                    <a:pt x="3937" y="150"/>
                  </a:cubicBezTo>
                  <a:cubicBezTo>
                    <a:pt x="3836" y="50"/>
                    <a:pt x="3711" y="0"/>
                    <a:pt x="3590"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f8d4e882d8_0_2"/>
            <p:cNvSpPr/>
            <p:nvPr/>
          </p:nvSpPr>
          <p:spPr>
            <a:xfrm>
              <a:off x="618025" y="2288900"/>
              <a:ext cx="102600" cy="119475"/>
            </a:xfrm>
            <a:custGeom>
              <a:rect b="b" l="l" r="r" t="t"/>
              <a:pathLst>
                <a:path extrusionOk="0" h="4779" w="4104">
                  <a:moveTo>
                    <a:pt x="3615" y="0"/>
                  </a:moveTo>
                  <a:cubicBezTo>
                    <a:pt x="3494" y="0"/>
                    <a:pt x="3369" y="50"/>
                    <a:pt x="3269" y="150"/>
                  </a:cubicBezTo>
                  <a:lnTo>
                    <a:pt x="567" y="3520"/>
                  </a:lnTo>
                  <a:lnTo>
                    <a:pt x="200" y="3987"/>
                  </a:lnTo>
                  <a:cubicBezTo>
                    <a:pt x="0" y="4153"/>
                    <a:pt x="0" y="4454"/>
                    <a:pt x="200" y="4654"/>
                  </a:cubicBezTo>
                  <a:cubicBezTo>
                    <a:pt x="284" y="4737"/>
                    <a:pt x="401" y="4779"/>
                    <a:pt x="521" y="4779"/>
                  </a:cubicBezTo>
                  <a:cubicBezTo>
                    <a:pt x="642" y="4779"/>
                    <a:pt x="767" y="4737"/>
                    <a:pt x="868" y="4654"/>
                  </a:cubicBezTo>
                  <a:lnTo>
                    <a:pt x="3569" y="1285"/>
                  </a:lnTo>
                  <a:lnTo>
                    <a:pt x="3936" y="818"/>
                  </a:lnTo>
                  <a:cubicBezTo>
                    <a:pt x="4103" y="617"/>
                    <a:pt x="4103" y="317"/>
                    <a:pt x="3936" y="150"/>
                  </a:cubicBezTo>
                  <a:cubicBezTo>
                    <a:pt x="3853" y="50"/>
                    <a:pt x="3736" y="0"/>
                    <a:pt x="3615"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3f8d4e882d8_0_2"/>
            <p:cNvSpPr/>
            <p:nvPr/>
          </p:nvSpPr>
          <p:spPr>
            <a:xfrm>
              <a:off x="695575" y="2288900"/>
              <a:ext cx="102600" cy="119475"/>
            </a:xfrm>
            <a:custGeom>
              <a:rect b="b" l="l" r="r" t="t"/>
              <a:pathLst>
                <a:path extrusionOk="0" h="4779" w="4104">
                  <a:moveTo>
                    <a:pt x="3603" y="0"/>
                  </a:moveTo>
                  <a:cubicBezTo>
                    <a:pt x="3486" y="0"/>
                    <a:pt x="3370" y="50"/>
                    <a:pt x="3269" y="150"/>
                  </a:cubicBezTo>
                  <a:lnTo>
                    <a:pt x="568" y="3520"/>
                  </a:lnTo>
                  <a:lnTo>
                    <a:pt x="167" y="3987"/>
                  </a:lnTo>
                  <a:cubicBezTo>
                    <a:pt x="0" y="4153"/>
                    <a:pt x="0" y="4454"/>
                    <a:pt x="167" y="4654"/>
                  </a:cubicBezTo>
                  <a:cubicBezTo>
                    <a:pt x="267" y="4737"/>
                    <a:pt x="392" y="4779"/>
                    <a:pt x="513" y="4779"/>
                  </a:cubicBezTo>
                  <a:cubicBezTo>
                    <a:pt x="634" y="4779"/>
                    <a:pt x="751" y="4737"/>
                    <a:pt x="834" y="4654"/>
                  </a:cubicBezTo>
                  <a:lnTo>
                    <a:pt x="3536" y="1285"/>
                  </a:lnTo>
                  <a:lnTo>
                    <a:pt x="3937" y="818"/>
                  </a:lnTo>
                  <a:cubicBezTo>
                    <a:pt x="4103" y="617"/>
                    <a:pt x="4103" y="317"/>
                    <a:pt x="3937" y="150"/>
                  </a:cubicBezTo>
                  <a:cubicBezTo>
                    <a:pt x="3837" y="50"/>
                    <a:pt x="3720" y="0"/>
                    <a:pt x="3603" y="0"/>
                  </a:cubicBezTo>
                  <a:close/>
                </a:path>
              </a:pathLst>
            </a:custGeom>
            <a:solidFill>
              <a:srgbClr val="C07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2" name="Google Shape;212;g3f8d4e882d8_0_2"/>
          <p:cNvSpPr txBox="1"/>
          <p:nvPr/>
        </p:nvSpPr>
        <p:spPr>
          <a:xfrm>
            <a:off x="4527884" y="2959996"/>
            <a:ext cx="612600" cy="432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s" sz="2400" u="none" cap="none" strike="noStrike">
                <a:solidFill>
                  <a:srgbClr val="424242"/>
                </a:solidFill>
                <a:latin typeface="Maven Pro"/>
                <a:ea typeface="Maven Pro"/>
                <a:cs typeface="Maven Pro"/>
                <a:sym typeface="Maven Pro"/>
              </a:rPr>
              <a:t>04</a:t>
            </a:r>
            <a:endParaRPr b="1" i="0" sz="2400" u="none" cap="none" strike="noStrike">
              <a:solidFill>
                <a:srgbClr val="424242"/>
              </a:solidFill>
              <a:latin typeface="Maven Pro"/>
              <a:ea typeface="Maven Pro"/>
              <a:cs typeface="Maven Pro"/>
              <a:sym typeface="Maven Pro"/>
            </a:endParaRPr>
          </a:p>
        </p:txBody>
      </p:sp>
      <p:sp>
        <p:nvSpPr>
          <p:cNvPr id="213" name="Google Shape;213;g3f8d4e882d8_0_2"/>
          <p:cNvSpPr txBox="1"/>
          <p:nvPr/>
        </p:nvSpPr>
        <p:spPr>
          <a:xfrm>
            <a:off x="5198369" y="2998450"/>
            <a:ext cx="3885900" cy="415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highlight>
                  <a:srgbClr val="424242"/>
                </a:highlight>
                <a:latin typeface="Arial Rounded"/>
                <a:ea typeface="Arial Rounded"/>
                <a:cs typeface="Arial Rounded"/>
                <a:sym typeface="Arial Rounded"/>
              </a:rPr>
              <a:t>Be kind and friendly</a:t>
            </a:r>
            <a:endParaRPr b="1" i="0" sz="1800" u="none" cap="none" strike="noStrike">
              <a:solidFill>
                <a:srgbClr val="FFFFFF"/>
              </a:solidFill>
              <a:highlight>
                <a:srgbClr val="424242"/>
              </a:highlight>
              <a:latin typeface="Arial Rounded"/>
              <a:ea typeface="Arial Rounded"/>
              <a:cs typeface="Arial Rounded"/>
              <a:sym typeface="Arial Rounded"/>
            </a:endParaRPr>
          </a:p>
        </p:txBody>
      </p:sp>
      <p:pic>
        <p:nvPicPr>
          <p:cNvPr descr="clipart students - Clip Art Library" id="214" name="Google Shape;214;g3f8d4e882d8_0_2"/>
          <p:cNvPicPr preferRelativeResize="0"/>
          <p:nvPr/>
        </p:nvPicPr>
        <p:blipFill rotWithShape="1">
          <a:blip r:embed="rId6">
            <a:alphaModFix/>
          </a:blip>
          <a:srcRect b="0" l="0" r="0" t="0"/>
          <a:stretch/>
        </p:blipFill>
        <p:spPr>
          <a:xfrm>
            <a:off x="1356749" y="3392191"/>
            <a:ext cx="2063471" cy="1531095"/>
          </a:xfrm>
          <a:prstGeom prst="rect">
            <a:avLst/>
          </a:prstGeom>
          <a:noFill/>
          <a:ln>
            <a:noFill/>
          </a:ln>
        </p:spPr>
      </p:pic>
      <p:pic>
        <p:nvPicPr>
          <p:cNvPr descr="CHISTES PARA NIÑOS - Página web de cbsnetmd" id="215" name="Google Shape;215;g3f8d4e882d8_0_2"/>
          <p:cNvPicPr preferRelativeResize="0"/>
          <p:nvPr/>
        </p:nvPicPr>
        <p:blipFill rotWithShape="1">
          <a:blip r:embed="rId7">
            <a:alphaModFix/>
          </a:blip>
          <a:srcRect b="0" l="0" r="0" t="0"/>
          <a:stretch/>
        </p:blipFill>
        <p:spPr>
          <a:xfrm>
            <a:off x="5310910" y="3323101"/>
            <a:ext cx="1935997" cy="1719333"/>
          </a:xfrm>
          <a:prstGeom prst="rect">
            <a:avLst/>
          </a:prstGeom>
          <a:noFill/>
          <a:ln>
            <a:noFill/>
          </a:ln>
        </p:spPr>
      </p:pic>
      <p:pic>
        <p:nvPicPr>
          <p:cNvPr descr="Listening To Music Dancing GIF - ListeningToMusic Dancing MusicNotes -  Discover &amp; Share GIFs | Cute gif, Cute cartoon images, Cute love gif" id="216" name="Google Shape;216;g3f8d4e882d8_0_2"/>
          <p:cNvPicPr preferRelativeResize="0"/>
          <p:nvPr/>
        </p:nvPicPr>
        <p:blipFill rotWithShape="1">
          <a:blip r:embed="rId8">
            <a:alphaModFix/>
          </a:blip>
          <a:srcRect b="0" l="0" r="0" t="0"/>
          <a:stretch/>
        </p:blipFill>
        <p:spPr>
          <a:xfrm>
            <a:off x="5453599" y="1764237"/>
            <a:ext cx="1552494" cy="1206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
          <p:cNvSpPr/>
          <p:nvPr/>
        </p:nvSpPr>
        <p:spPr>
          <a:xfrm>
            <a:off x="3077100" y="1283575"/>
            <a:ext cx="2886000" cy="16290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Roboto"/>
                <a:ea typeface="Roboto"/>
                <a:cs typeface="Roboto"/>
                <a:sym typeface="Roboto"/>
              </a:rPr>
              <a:t>SPECIAL EVENTS IN A PERSON’S LIFE</a:t>
            </a:r>
            <a:endParaRPr b="1" i="0" sz="1800" u="none" cap="none" strike="noStrike">
              <a:solidFill>
                <a:schemeClr val="dk1"/>
              </a:solidFill>
              <a:latin typeface="Roboto"/>
              <a:ea typeface="Roboto"/>
              <a:cs typeface="Roboto"/>
              <a:sym typeface="Roboto"/>
            </a:endParaRPr>
          </a:p>
        </p:txBody>
      </p:sp>
      <p:cxnSp>
        <p:nvCxnSpPr>
          <p:cNvPr id="222" name="Google Shape;222;p3"/>
          <p:cNvCxnSpPr>
            <a:endCxn id="221" idx="1"/>
          </p:cNvCxnSpPr>
          <p:nvPr/>
        </p:nvCxnSpPr>
        <p:spPr>
          <a:xfrm>
            <a:off x="2564345" y="1035537"/>
            <a:ext cx="935400" cy="486600"/>
          </a:xfrm>
          <a:prstGeom prst="straightConnector1">
            <a:avLst/>
          </a:prstGeom>
          <a:noFill/>
          <a:ln cap="flat" cmpd="sng" w="9525">
            <a:solidFill>
              <a:schemeClr val="dk2"/>
            </a:solidFill>
            <a:prstDash val="solid"/>
            <a:round/>
            <a:headEnd len="sm" w="sm" type="none"/>
            <a:tailEnd len="sm" w="sm" type="none"/>
          </a:ln>
        </p:spPr>
      </p:cxnSp>
      <p:cxnSp>
        <p:nvCxnSpPr>
          <p:cNvPr id="223" name="Google Shape;223;p3"/>
          <p:cNvCxnSpPr>
            <a:stCxn id="221" idx="7"/>
          </p:cNvCxnSpPr>
          <p:nvPr/>
        </p:nvCxnSpPr>
        <p:spPr>
          <a:xfrm flipH="1" rot="10800000">
            <a:off x="5540455" y="1060437"/>
            <a:ext cx="910500" cy="461700"/>
          </a:xfrm>
          <a:prstGeom prst="straightConnector1">
            <a:avLst/>
          </a:prstGeom>
          <a:noFill/>
          <a:ln cap="flat" cmpd="sng" w="9525">
            <a:solidFill>
              <a:schemeClr val="dk2"/>
            </a:solidFill>
            <a:prstDash val="solid"/>
            <a:round/>
            <a:headEnd len="sm" w="sm" type="none"/>
            <a:tailEnd len="sm" w="sm" type="none"/>
          </a:ln>
        </p:spPr>
      </p:cxnSp>
      <p:cxnSp>
        <p:nvCxnSpPr>
          <p:cNvPr id="224" name="Google Shape;224;p3"/>
          <p:cNvCxnSpPr>
            <a:stCxn id="221" idx="3"/>
          </p:cNvCxnSpPr>
          <p:nvPr/>
        </p:nvCxnSpPr>
        <p:spPr>
          <a:xfrm flipH="1">
            <a:off x="2762945" y="2674013"/>
            <a:ext cx="736800" cy="519900"/>
          </a:xfrm>
          <a:prstGeom prst="straightConnector1">
            <a:avLst/>
          </a:prstGeom>
          <a:noFill/>
          <a:ln cap="flat" cmpd="sng" w="9525">
            <a:solidFill>
              <a:schemeClr val="dk2"/>
            </a:solidFill>
            <a:prstDash val="solid"/>
            <a:round/>
            <a:headEnd len="sm" w="sm" type="none"/>
            <a:tailEnd len="sm" w="sm" type="none"/>
          </a:ln>
        </p:spPr>
      </p:cxnSp>
      <p:cxnSp>
        <p:nvCxnSpPr>
          <p:cNvPr id="225" name="Google Shape;225;p3"/>
          <p:cNvCxnSpPr>
            <a:stCxn id="221" idx="5"/>
          </p:cNvCxnSpPr>
          <p:nvPr/>
        </p:nvCxnSpPr>
        <p:spPr>
          <a:xfrm>
            <a:off x="5540455" y="2674013"/>
            <a:ext cx="811200" cy="561000"/>
          </a:xfrm>
          <a:prstGeom prst="straightConnector1">
            <a:avLst/>
          </a:prstGeom>
          <a:noFill/>
          <a:ln cap="flat" cmpd="sng" w="9525">
            <a:solidFill>
              <a:schemeClr val="dk2"/>
            </a:solidFill>
            <a:prstDash val="solid"/>
            <a:round/>
            <a:headEnd len="sm" w="sm" type="none"/>
            <a:tailEnd len="sm" w="sm" type="none"/>
          </a:ln>
        </p:spPr>
      </p:cxnSp>
      <p:sp>
        <p:nvSpPr>
          <p:cNvPr id="226" name="Google Shape;226;p3"/>
          <p:cNvSpPr txBox="1"/>
          <p:nvPr/>
        </p:nvSpPr>
        <p:spPr>
          <a:xfrm>
            <a:off x="480450" y="3999475"/>
            <a:ext cx="4242300" cy="70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Roboto"/>
                <a:ea typeface="Roboto"/>
                <a:cs typeface="Roboto"/>
                <a:sym typeface="Roboto"/>
              </a:rPr>
              <a:t>Are these events enjoyable, in your opinion?</a:t>
            </a:r>
            <a:endParaRPr b="1" i="0" sz="1800" u="none" cap="none" strike="noStrike">
              <a:solidFill>
                <a:schemeClr val="dk2"/>
              </a:solidFill>
              <a:latin typeface="Roboto"/>
              <a:ea typeface="Roboto"/>
              <a:cs typeface="Roboto"/>
              <a:sym typeface="Roboto"/>
            </a:endParaRPr>
          </a:p>
        </p:txBody>
      </p:sp>
      <p:sp>
        <p:nvSpPr>
          <p:cNvPr id="227" name="Google Shape;227;p3"/>
          <p:cNvSpPr/>
          <p:nvPr/>
        </p:nvSpPr>
        <p:spPr>
          <a:xfrm>
            <a:off x="4962500" y="3696975"/>
            <a:ext cx="1918500" cy="10584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Calibri"/>
                <a:ea typeface="Calibri"/>
                <a:cs typeface="Calibri"/>
                <a:sym typeface="Calibri"/>
              </a:rPr>
              <a:t>I think a… is enjoyable because…</a:t>
            </a:r>
            <a:endParaRPr b="1" i="0" sz="1400" u="none" cap="none" strike="noStrike">
              <a:solidFill>
                <a:srgbClr val="000000"/>
              </a:solidFill>
              <a:latin typeface="Calibri"/>
              <a:ea typeface="Calibri"/>
              <a:cs typeface="Calibri"/>
              <a:sym typeface="Calibri"/>
            </a:endParaRPr>
          </a:p>
        </p:txBody>
      </p:sp>
      <p:sp>
        <p:nvSpPr>
          <p:cNvPr id="228" name="Google Shape;228;p3"/>
          <p:cNvSpPr/>
          <p:nvPr/>
        </p:nvSpPr>
        <p:spPr>
          <a:xfrm>
            <a:off x="6881000" y="3502075"/>
            <a:ext cx="1918500" cy="10584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Calibri"/>
                <a:ea typeface="Calibri"/>
                <a:cs typeface="Calibri"/>
                <a:sym typeface="Calibri"/>
              </a:rPr>
              <a:t>I think a… is </a:t>
            </a:r>
            <a:r>
              <a:rPr b="1" i="0" lang="es" sz="1400" u="sng" cap="none" strike="noStrike">
                <a:solidFill>
                  <a:srgbClr val="000000"/>
                </a:solidFill>
                <a:latin typeface="Calibri"/>
                <a:ea typeface="Calibri"/>
                <a:cs typeface="Calibri"/>
                <a:sym typeface="Calibri"/>
              </a:rPr>
              <a:t>not </a:t>
            </a:r>
            <a:r>
              <a:rPr b="1" i="0" lang="es" sz="1400" u="none" cap="none" strike="noStrike">
                <a:solidFill>
                  <a:srgbClr val="000000"/>
                </a:solidFill>
                <a:latin typeface="Calibri"/>
                <a:ea typeface="Calibri"/>
                <a:cs typeface="Calibri"/>
                <a:sym typeface="Calibri"/>
              </a:rPr>
              <a:t>enjoyable because…</a:t>
            </a:r>
            <a:endParaRPr b="1" i="0" sz="1400" u="none" cap="none" strike="noStrike">
              <a:solidFill>
                <a:srgbClr val="000000"/>
              </a:solidFill>
              <a:latin typeface="Calibri"/>
              <a:ea typeface="Calibri"/>
              <a:cs typeface="Calibri"/>
              <a:sym typeface="Calibri"/>
            </a:endParaRPr>
          </a:p>
        </p:txBody>
      </p:sp>
      <p:sp>
        <p:nvSpPr>
          <p:cNvPr id="229" name="Google Shape;229;p3"/>
          <p:cNvSpPr/>
          <p:nvPr/>
        </p:nvSpPr>
        <p:spPr>
          <a:xfrm>
            <a:off x="587124" y="545775"/>
            <a:ext cx="2100384" cy="139752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 name="Google Shape;230;p3"/>
          <p:cNvSpPr/>
          <p:nvPr/>
        </p:nvSpPr>
        <p:spPr>
          <a:xfrm>
            <a:off x="5963099" y="2343775"/>
            <a:ext cx="2100384" cy="139752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1" name="Google Shape;231;p3"/>
          <p:cNvSpPr/>
          <p:nvPr/>
        </p:nvSpPr>
        <p:spPr>
          <a:xfrm>
            <a:off x="976724" y="2446550"/>
            <a:ext cx="2100384" cy="139752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2" name="Google Shape;232;p3"/>
          <p:cNvSpPr/>
          <p:nvPr/>
        </p:nvSpPr>
        <p:spPr>
          <a:xfrm>
            <a:off x="6047899" y="545775"/>
            <a:ext cx="2100384" cy="139752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3" name="Google Shape;233;p3"/>
          <p:cNvSpPr txBox="1"/>
          <p:nvPr/>
        </p:nvSpPr>
        <p:spPr>
          <a:xfrm>
            <a:off x="1000575" y="876550"/>
            <a:ext cx="18111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solidFill>
                  <a:schemeClr val="dk2"/>
                </a:solidFill>
                <a:latin typeface="Calibri"/>
                <a:ea typeface="Calibri"/>
                <a:cs typeface="Calibri"/>
                <a:sym typeface="Calibri"/>
              </a:rPr>
              <a:t>Birthday</a:t>
            </a:r>
            <a:endParaRPr b="1" sz="1900">
              <a:solidFill>
                <a:schemeClr val="dk2"/>
              </a:solidFill>
              <a:latin typeface="Calibri"/>
              <a:ea typeface="Calibri"/>
              <a:cs typeface="Calibri"/>
              <a:sym typeface="Calibri"/>
            </a:endParaRPr>
          </a:p>
        </p:txBody>
      </p:sp>
      <p:sp>
        <p:nvSpPr>
          <p:cNvPr id="234" name="Google Shape;234;p3"/>
          <p:cNvSpPr txBox="1"/>
          <p:nvPr/>
        </p:nvSpPr>
        <p:spPr>
          <a:xfrm>
            <a:off x="6450950" y="906675"/>
            <a:ext cx="18111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solidFill>
                  <a:schemeClr val="dk2"/>
                </a:solidFill>
                <a:latin typeface="Calibri"/>
                <a:ea typeface="Calibri"/>
                <a:cs typeface="Calibri"/>
                <a:sym typeface="Calibri"/>
              </a:rPr>
              <a:t>Wedding</a:t>
            </a:r>
            <a:endParaRPr b="1" sz="1900">
              <a:solidFill>
                <a:schemeClr val="dk2"/>
              </a:solidFill>
              <a:latin typeface="Calibri"/>
              <a:ea typeface="Calibri"/>
              <a:cs typeface="Calibri"/>
              <a:sym typeface="Calibri"/>
            </a:endParaRPr>
          </a:p>
        </p:txBody>
      </p:sp>
      <p:sp>
        <p:nvSpPr>
          <p:cNvPr id="235" name="Google Shape;235;p3"/>
          <p:cNvSpPr txBox="1"/>
          <p:nvPr/>
        </p:nvSpPr>
        <p:spPr>
          <a:xfrm>
            <a:off x="1503825" y="2959250"/>
            <a:ext cx="18111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solidFill>
                  <a:schemeClr val="dk2"/>
                </a:solidFill>
                <a:latin typeface="Calibri"/>
                <a:ea typeface="Calibri"/>
                <a:cs typeface="Calibri"/>
                <a:sym typeface="Calibri"/>
              </a:rPr>
              <a:t>Graduation</a:t>
            </a:r>
            <a:endParaRPr b="1" sz="1900">
              <a:solidFill>
                <a:schemeClr val="dk2"/>
              </a:solidFill>
              <a:latin typeface="Calibri"/>
              <a:ea typeface="Calibri"/>
              <a:cs typeface="Calibri"/>
              <a:sym typeface="Calibri"/>
            </a:endParaRPr>
          </a:p>
        </p:txBody>
      </p:sp>
      <p:sp>
        <p:nvSpPr>
          <p:cNvPr id="236" name="Google Shape;236;p3"/>
          <p:cNvSpPr txBox="1"/>
          <p:nvPr/>
        </p:nvSpPr>
        <p:spPr>
          <a:xfrm>
            <a:off x="6450950" y="2828700"/>
            <a:ext cx="18111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solidFill>
                  <a:schemeClr val="dk2"/>
                </a:solidFill>
                <a:latin typeface="Calibri"/>
                <a:ea typeface="Calibri"/>
                <a:cs typeface="Calibri"/>
                <a:sym typeface="Calibri"/>
              </a:rPr>
              <a:t>Baptism</a:t>
            </a:r>
            <a:endParaRPr b="1" sz="1900">
              <a:solidFill>
                <a:schemeClr val="dk2"/>
              </a:solidFill>
              <a:latin typeface="Calibri"/>
              <a:ea typeface="Calibri"/>
              <a:cs typeface="Calibri"/>
              <a:sym typeface="Calibri"/>
            </a:endParaRPr>
          </a:p>
        </p:txBody>
      </p:sp>
      <p:pic>
        <p:nvPicPr>
          <p:cNvPr descr="a panda bear is surrounded by colorful flowers and smiling . (proporcionado por Tenor)" id="237" name="Google Shape;237;p3"/>
          <p:cNvPicPr preferRelativeResize="0"/>
          <p:nvPr/>
        </p:nvPicPr>
        <p:blipFill>
          <a:blip r:embed="rId3">
            <a:alphaModFix/>
          </a:blip>
          <a:stretch>
            <a:fillRect/>
          </a:stretch>
        </p:blipFill>
        <p:spPr>
          <a:xfrm>
            <a:off x="4346900" y="4069350"/>
            <a:ext cx="935400" cy="935400"/>
          </a:xfrm>
          <a:prstGeom prst="rect">
            <a:avLst/>
          </a:prstGeom>
          <a:noFill/>
          <a:ln>
            <a:noFill/>
          </a:ln>
        </p:spPr>
      </p:pic>
      <p:pic>
        <p:nvPicPr>
          <p:cNvPr descr="a cartoon panda bear is sitting on a table with a banana . (proporcionado por Tenor)" id="238" name="Google Shape;238;p3"/>
          <p:cNvPicPr preferRelativeResize="0"/>
          <p:nvPr/>
        </p:nvPicPr>
        <p:blipFill>
          <a:blip r:embed="rId4">
            <a:alphaModFix/>
          </a:blip>
          <a:stretch>
            <a:fillRect/>
          </a:stretch>
        </p:blipFill>
        <p:spPr>
          <a:xfrm>
            <a:off x="8332800" y="4186675"/>
            <a:ext cx="811200" cy="8180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4"/>
          <p:cNvPicPr preferRelativeResize="0"/>
          <p:nvPr/>
        </p:nvPicPr>
        <p:blipFill rotWithShape="1">
          <a:blip r:embed="rId3">
            <a:alphaModFix/>
          </a:blip>
          <a:srcRect b="0" l="0" r="0" t="0"/>
          <a:stretch/>
        </p:blipFill>
        <p:spPr>
          <a:xfrm>
            <a:off x="330975" y="2469775"/>
            <a:ext cx="1876100" cy="2074300"/>
          </a:xfrm>
          <a:prstGeom prst="rect">
            <a:avLst/>
          </a:prstGeom>
          <a:noFill/>
          <a:ln>
            <a:noFill/>
          </a:ln>
        </p:spPr>
      </p:pic>
      <p:sp>
        <p:nvSpPr>
          <p:cNvPr id="244" name="Google Shape;244;p4"/>
          <p:cNvSpPr txBox="1"/>
          <p:nvPr/>
        </p:nvSpPr>
        <p:spPr>
          <a:xfrm>
            <a:off x="2529875" y="2766475"/>
            <a:ext cx="24444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1" i="0" lang="es" sz="3700" u="none" cap="none" strike="noStrike">
                <a:solidFill>
                  <a:schemeClr val="dk1"/>
                </a:solidFill>
                <a:latin typeface="Roboto"/>
                <a:ea typeface="Roboto"/>
                <a:cs typeface="Roboto"/>
                <a:sym typeface="Roboto"/>
              </a:rPr>
              <a:t>Objective:</a:t>
            </a:r>
            <a:endParaRPr b="1" i="0" sz="3700" u="none" cap="none" strike="noStrike">
              <a:solidFill>
                <a:schemeClr val="dk1"/>
              </a:solidFill>
              <a:latin typeface="Roboto"/>
              <a:ea typeface="Roboto"/>
              <a:cs typeface="Roboto"/>
              <a:sym typeface="Roboto"/>
            </a:endParaRPr>
          </a:p>
        </p:txBody>
      </p:sp>
      <p:sp>
        <p:nvSpPr>
          <p:cNvPr id="245" name="Google Shape;245;p4"/>
          <p:cNvSpPr txBox="1"/>
          <p:nvPr/>
        </p:nvSpPr>
        <p:spPr>
          <a:xfrm>
            <a:off x="2529875" y="3520675"/>
            <a:ext cx="5803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1" i="0" lang="es" sz="2400" u="none" cap="none" strike="noStrike">
                <a:solidFill>
                  <a:schemeClr val="dk1"/>
                </a:solidFill>
                <a:latin typeface="Roboto"/>
                <a:ea typeface="Roboto"/>
                <a:cs typeface="Roboto"/>
                <a:sym typeface="Roboto"/>
              </a:rPr>
              <a:t>Write a short text about an important personal event.</a:t>
            </a:r>
            <a:endParaRPr b="1" i="0" sz="2400" u="none" cap="none" strike="noStrike">
              <a:solidFill>
                <a:schemeClr val="dk1"/>
              </a:solidFill>
              <a:latin typeface="Roboto"/>
              <a:ea typeface="Roboto"/>
              <a:cs typeface="Roboto"/>
              <a:sym typeface="Roboto"/>
            </a:endParaRPr>
          </a:p>
        </p:txBody>
      </p:sp>
      <p:sp>
        <p:nvSpPr>
          <p:cNvPr id="246" name="Google Shape;246;p4"/>
          <p:cNvSpPr txBox="1"/>
          <p:nvPr/>
        </p:nvSpPr>
        <p:spPr>
          <a:xfrm>
            <a:off x="2251850" y="1294050"/>
            <a:ext cx="60027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1" lang="es" sz="3700">
                <a:solidFill>
                  <a:schemeClr val="dk1"/>
                </a:solidFill>
                <a:latin typeface="Roboto"/>
                <a:ea typeface="Roboto"/>
                <a:cs typeface="Roboto"/>
                <a:sym typeface="Roboto"/>
              </a:rPr>
              <a:t>Session N5: Writing</a:t>
            </a:r>
            <a:endParaRPr b="1" i="0" sz="3700" u="none" cap="none" strike="noStrike">
              <a:solidFill>
                <a:schemeClr val="dk1"/>
              </a:solidFill>
              <a:latin typeface="Roboto"/>
              <a:ea typeface="Roboto"/>
              <a:cs typeface="Roboto"/>
              <a:sym typeface="Roboto"/>
            </a:endParaRPr>
          </a:p>
        </p:txBody>
      </p:sp>
      <p:sp>
        <p:nvSpPr>
          <p:cNvPr id="247" name="Google Shape;247;p4"/>
          <p:cNvSpPr txBox="1"/>
          <p:nvPr/>
        </p:nvSpPr>
        <p:spPr>
          <a:xfrm>
            <a:off x="262925" y="198250"/>
            <a:ext cx="60027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1" lang="es" sz="2900">
                <a:solidFill>
                  <a:schemeClr val="dk1"/>
                </a:solidFill>
                <a:latin typeface="Roboto"/>
                <a:ea typeface="Roboto"/>
                <a:cs typeface="Roboto"/>
                <a:sym typeface="Roboto"/>
              </a:rPr>
              <a:t>Monday, September 14th, 2026.</a:t>
            </a:r>
            <a:endParaRPr b="1" i="0" sz="2900" u="none" cap="none" strike="noStrike">
              <a:solidFill>
                <a:schemeClr val="dk1"/>
              </a:solidFill>
              <a:latin typeface="Roboto"/>
              <a:ea typeface="Roboto"/>
              <a:cs typeface="Roboto"/>
              <a:sym typeface="Roboto"/>
            </a:endParaRPr>
          </a:p>
        </p:txBody>
      </p:sp>
      <p:pic>
        <p:nvPicPr>
          <p:cNvPr descr="patrick star from spongebob squarepants holding a notepad and scissors (proporcionado por Tenor)" id="248" name="Google Shape;248;p4"/>
          <p:cNvPicPr preferRelativeResize="0"/>
          <p:nvPr/>
        </p:nvPicPr>
        <p:blipFill>
          <a:blip r:embed="rId4">
            <a:alphaModFix/>
          </a:blip>
          <a:stretch>
            <a:fillRect/>
          </a:stretch>
        </p:blipFill>
        <p:spPr>
          <a:xfrm>
            <a:off x="6741175" y="966075"/>
            <a:ext cx="2234225" cy="2234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bb34f8d910_0_29"/>
          <p:cNvSpPr txBox="1"/>
          <p:nvPr/>
        </p:nvSpPr>
        <p:spPr>
          <a:xfrm>
            <a:off x="290250" y="854575"/>
            <a:ext cx="5355900" cy="3879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1200"/>
              </a:spcAft>
              <a:buClr>
                <a:srgbClr val="000000"/>
              </a:buClr>
              <a:buSzPts val="1500"/>
              <a:buFont typeface="Arial"/>
              <a:buNone/>
            </a:pPr>
            <a:r>
              <a:rPr b="0" i="0" lang="es" sz="1500" u="none" cap="none" strike="noStrike">
                <a:solidFill>
                  <a:srgbClr val="000000"/>
                </a:solidFill>
                <a:latin typeface="Roboto"/>
                <a:ea typeface="Roboto"/>
                <a:cs typeface="Roboto"/>
                <a:sym typeface="Roboto"/>
              </a:rPr>
              <a:t>My cousin’s wedding was on June 12th, 2022, in a beautiful church in Lima. The ceremony started at 4:00 p.m., and many family members and friends were there. The bride wore a long white dress, and the groom looked very elegant in a black suit. After the ceremony, we went to a restaurant for the reception. We danced, ate delicious food, and took many photos together. My grandparents didn’t dance because they were tired, but they enjoyed the music and the dinner. Later, at night, everyone sang and laughed. On June 13th, we visited the couple. I felt very excited and happy because it was a wonderful and beautiful event for our family.</a:t>
            </a:r>
            <a:endParaRPr b="0" i="0" sz="1500" u="none" cap="none" strike="noStrike">
              <a:solidFill>
                <a:srgbClr val="000000"/>
              </a:solidFill>
              <a:latin typeface="Roboto"/>
              <a:ea typeface="Roboto"/>
              <a:cs typeface="Roboto"/>
              <a:sym typeface="Roboto"/>
            </a:endParaRPr>
          </a:p>
        </p:txBody>
      </p:sp>
      <p:sp>
        <p:nvSpPr>
          <p:cNvPr id="254" name="Google Shape;254;g3bb34f8d910_0_29"/>
          <p:cNvSpPr txBox="1"/>
          <p:nvPr/>
        </p:nvSpPr>
        <p:spPr>
          <a:xfrm>
            <a:off x="5935450" y="1230350"/>
            <a:ext cx="2655900" cy="3218100"/>
          </a:xfrm>
          <a:prstGeom prst="rect">
            <a:avLst/>
          </a:prstGeom>
          <a:solidFill>
            <a:srgbClr val="CFE2F3"/>
          </a:solidFill>
          <a:ln>
            <a:noFill/>
          </a:ln>
        </p:spPr>
        <p:txBody>
          <a:bodyPr anchorCtr="0" anchor="t" bIns="91425" lIns="91425" spcFirstLastPara="1" rIns="91425" wrap="square" tIns="91425">
            <a:noAutofit/>
          </a:bodyPr>
          <a:lstStyle/>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When it was</a:t>
            </a:r>
            <a:endParaRPr b="1" i="0" sz="1500" u="none" cap="none" strike="noStrike">
              <a:solidFill>
                <a:schemeClr val="dk2"/>
              </a:solidFill>
              <a:latin typeface="Roboto"/>
              <a:ea typeface="Roboto"/>
              <a:cs typeface="Roboto"/>
              <a:sym typeface="Roboto"/>
            </a:endParaRPr>
          </a:p>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Where it was</a:t>
            </a:r>
            <a:endParaRPr b="1" i="0" sz="1500" u="none" cap="none" strike="noStrike">
              <a:solidFill>
                <a:schemeClr val="dk2"/>
              </a:solidFill>
              <a:latin typeface="Roboto"/>
              <a:ea typeface="Roboto"/>
              <a:cs typeface="Roboto"/>
              <a:sym typeface="Roboto"/>
            </a:endParaRPr>
          </a:p>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What happened before the day</a:t>
            </a:r>
            <a:endParaRPr b="1" i="0" sz="1500" u="none" cap="none" strike="noStrike">
              <a:solidFill>
                <a:schemeClr val="dk2"/>
              </a:solidFill>
              <a:latin typeface="Roboto"/>
              <a:ea typeface="Roboto"/>
              <a:cs typeface="Roboto"/>
              <a:sym typeface="Roboto"/>
            </a:endParaRPr>
          </a:p>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People in the celebration</a:t>
            </a:r>
            <a:endParaRPr b="1" i="0" sz="1500" u="none" cap="none" strike="noStrike">
              <a:solidFill>
                <a:schemeClr val="dk2"/>
              </a:solidFill>
              <a:latin typeface="Roboto"/>
              <a:ea typeface="Roboto"/>
              <a:cs typeface="Roboto"/>
              <a:sym typeface="Roboto"/>
            </a:endParaRPr>
          </a:p>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Activities people did</a:t>
            </a:r>
            <a:endParaRPr b="1" i="0" sz="1500" u="none" cap="none" strike="noStrike">
              <a:solidFill>
                <a:schemeClr val="dk2"/>
              </a:solidFill>
              <a:latin typeface="Roboto"/>
              <a:ea typeface="Roboto"/>
              <a:cs typeface="Roboto"/>
              <a:sym typeface="Roboto"/>
            </a:endParaRPr>
          </a:p>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Activities people didn’t do</a:t>
            </a:r>
            <a:endParaRPr b="1" i="0" sz="1500" u="none" cap="none" strike="noStrike">
              <a:solidFill>
                <a:schemeClr val="dk2"/>
              </a:solidFill>
              <a:latin typeface="Roboto"/>
              <a:ea typeface="Roboto"/>
              <a:cs typeface="Roboto"/>
              <a:sym typeface="Roboto"/>
            </a:endParaRPr>
          </a:p>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Decorations</a:t>
            </a:r>
            <a:endParaRPr b="1" i="0" sz="1500" u="none" cap="none" strike="noStrike">
              <a:solidFill>
                <a:schemeClr val="dk2"/>
              </a:solidFill>
              <a:latin typeface="Roboto"/>
              <a:ea typeface="Roboto"/>
              <a:cs typeface="Roboto"/>
              <a:sym typeface="Roboto"/>
            </a:endParaRPr>
          </a:p>
          <a:p>
            <a:pPr indent="-323850" lvl="0" marL="457200" marR="0" rtl="0" algn="l">
              <a:lnSpc>
                <a:spcPct val="115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Feelings</a:t>
            </a:r>
            <a:endParaRPr b="1" i="0" sz="1500" u="none" cap="none" strike="noStrike">
              <a:solidFill>
                <a:schemeClr val="dk2"/>
              </a:solidFill>
              <a:latin typeface="Roboto"/>
              <a:ea typeface="Roboto"/>
              <a:cs typeface="Roboto"/>
              <a:sym typeface="Roboto"/>
            </a:endParaRPr>
          </a:p>
        </p:txBody>
      </p:sp>
      <p:sp>
        <p:nvSpPr>
          <p:cNvPr id="255" name="Google Shape;255;g3bb34f8d910_0_29"/>
          <p:cNvSpPr txBox="1"/>
          <p:nvPr/>
        </p:nvSpPr>
        <p:spPr>
          <a:xfrm>
            <a:off x="7543575" y="1193825"/>
            <a:ext cx="49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6" name="Google Shape;256;g3bb34f8d910_0_29"/>
          <p:cNvSpPr txBox="1"/>
          <p:nvPr/>
        </p:nvSpPr>
        <p:spPr>
          <a:xfrm>
            <a:off x="7543575" y="1519250"/>
            <a:ext cx="49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7" name="Google Shape;257;g3bb34f8d910_0_29"/>
          <p:cNvSpPr txBox="1"/>
          <p:nvPr/>
        </p:nvSpPr>
        <p:spPr>
          <a:xfrm>
            <a:off x="7588875" y="2539400"/>
            <a:ext cx="49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8" name="Google Shape;258;g3bb34f8d910_0_29"/>
          <p:cNvSpPr txBox="1"/>
          <p:nvPr/>
        </p:nvSpPr>
        <p:spPr>
          <a:xfrm>
            <a:off x="8234350" y="2827525"/>
            <a:ext cx="49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9" name="Google Shape;259;g3bb34f8d910_0_29"/>
          <p:cNvSpPr txBox="1"/>
          <p:nvPr/>
        </p:nvSpPr>
        <p:spPr>
          <a:xfrm>
            <a:off x="6682525" y="3343275"/>
            <a:ext cx="49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60" name="Google Shape;260;g3bb34f8d910_0_29"/>
          <p:cNvSpPr txBox="1"/>
          <p:nvPr/>
        </p:nvSpPr>
        <p:spPr>
          <a:xfrm>
            <a:off x="7219875" y="3884975"/>
            <a:ext cx="49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61" name="Google Shape;261;g3bb34f8d910_0_29"/>
          <p:cNvSpPr txBox="1"/>
          <p:nvPr/>
        </p:nvSpPr>
        <p:spPr>
          <a:xfrm>
            <a:off x="303750" y="300775"/>
            <a:ext cx="5328900" cy="55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s" sz="1900" u="none" cap="none" strike="noStrike">
                <a:solidFill>
                  <a:schemeClr val="accent6"/>
                </a:solidFill>
                <a:latin typeface="Roboto"/>
                <a:ea typeface="Roboto"/>
                <a:cs typeface="Roboto"/>
                <a:sym typeface="Roboto"/>
              </a:rPr>
              <a:t>Read the text and tick the aspects mentioned.</a:t>
            </a:r>
            <a:endParaRPr b="1" i="0" sz="1900" u="none" cap="none" strike="noStrike">
              <a:solidFill>
                <a:schemeClr val="accent6"/>
              </a:solidFill>
              <a:latin typeface="Roboto"/>
              <a:ea typeface="Roboto"/>
              <a:cs typeface="Roboto"/>
              <a:sym typeface="Roboto"/>
            </a:endParaRPr>
          </a:p>
        </p:txBody>
      </p:sp>
      <p:pic>
        <p:nvPicPr>
          <p:cNvPr descr="Set a timer for 3 minutes. This 3 minute timer with alarm silently counts down to 00:00 and then alerts you with a gentle alarm sound.&#10;&#10;What Is the 3 Minute Timer?&#10;If you're looking for a timer to help you stay on track with your work, a 3 minute countdown is a great option. You can use it to break up your work time into manageable chunks, and it can also help you avoid getting bogged down with one task for too long.&#10;&#10;How to Set a 3 Minute Timer&#10;There are a few different ways to set a 3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3 Minute Alarm?&#10;This timer is perfect for work or study sessions. It's also great for any activity where you want to be sure to take a break every 3 minutes, such as cooking, laundry, or working out.&#10;&#10;Online Timer - https://timer.onlinealarmkur.com/en/" id="262" name="Google Shape;262;g3bb34f8d910_0_29" title="3 Minute Timer">
            <a:hlinkClick r:id="rId3"/>
          </p:cNvPr>
          <p:cNvPicPr preferRelativeResize="0"/>
          <p:nvPr/>
        </p:nvPicPr>
        <p:blipFill>
          <a:blip r:embed="rId4">
            <a:alphaModFix/>
          </a:blip>
          <a:stretch>
            <a:fillRect/>
          </a:stretch>
        </p:blipFill>
        <p:spPr>
          <a:xfrm>
            <a:off x="5935450" y="439250"/>
            <a:ext cx="1406400" cy="791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e087f80342_0_24"/>
          <p:cNvSpPr txBox="1"/>
          <p:nvPr/>
        </p:nvSpPr>
        <p:spPr>
          <a:xfrm>
            <a:off x="290250" y="854575"/>
            <a:ext cx="5355900" cy="3879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1200"/>
              </a:spcAft>
              <a:buClr>
                <a:srgbClr val="000000"/>
              </a:buClr>
              <a:buSzPts val="1500"/>
              <a:buFont typeface="Arial"/>
              <a:buNone/>
            </a:pPr>
            <a:r>
              <a:rPr b="0" i="0" lang="es" sz="1500" u="none" cap="none" strike="noStrike">
                <a:solidFill>
                  <a:srgbClr val="000000"/>
                </a:solidFill>
                <a:latin typeface="Roboto"/>
                <a:ea typeface="Roboto"/>
                <a:cs typeface="Roboto"/>
                <a:sym typeface="Roboto"/>
              </a:rPr>
              <a:t>My cousin’s wedding was on June 12th, 2022, in a beautiful church in Lima. The ceremony started at 4:00 p.m., and many family members and friends were there. The bride wore a long white dress, and the groom looked very elegant in a black suit. After the ceremony, we went to a restaurant for the reception. We danced, ate delicious food, and took many photos together. My grandparents didn’t dance because they were tired, but they enjoyed the music and the dinner. Later, at night, everyone sang and laughed. On June 13th, we visited the couple. I felt very excited and happy because it was a wonderful and beautiful event for our family.</a:t>
            </a:r>
            <a:endParaRPr b="0" i="0" sz="1500" u="none" cap="none" strike="noStrike">
              <a:solidFill>
                <a:srgbClr val="000000"/>
              </a:solidFill>
              <a:latin typeface="Roboto"/>
              <a:ea typeface="Roboto"/>
              <a:cs typeface="Roboto"/>
              <a:sym typeface="Roboto"/>
            </a:endParaRPr>
          </a:p>
        </p:txBody>
      </p:sp>
      <p:sp>
        <p:nvSpPr>
          <p:cNvPr id="268" name="Google Shape;268;g3e087f80342_0_24"/>
          <p:cNvSpPr txBox="1"/>
          <p:nvPr/>
        </p:nvSpPr>
        <p:spPr>
          <a:xfrm>
            <a:off x="303750" y="300775"/>
            <a:ext cx="5328900" cy="55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s" sz="1900" u="none" cap="none" strike="noStrike">
                <a:solidFill>
                  <a:schemeClr val="accent6"/>
                </a:solidFill>
                <a:latin typeface="Roboto"/>
                <a:ea typeface="Roboto"/>
                <a:cs typeface="Roboto"/>
                <a:sym typeface="Roboto"/>
              </a:rPr>
              <a:t>Read again and follow the instructions.</a:t>
            </a:r>
            <a:endParaRPr b="1" i="0" sz="1900" u="none" cap="none" strike="noStrike">
              <a:solidFill>
                <a:schemeClr val="accent6"/>
              </a:solidFill>
              <a:latin typeface="Roboto"/>
              <a:ea typeface="Roboto"/>
              <a:cs typeface="Roboto"/>
              <a:sym typeface="Roboto"/>
            </a:endParaRPr>
          </a:p>
        </p:txBody>
      </p:sp>
      <p:sp>
        <p:nvSpPr>
          <p:cNvPr id="269" name="Google Shape;269;g3e087f80342_0_24"/>
          <p:cNvSpPr txBox="1"/>
          <p:nvPr/>
        </p:nvSpPr>
        <p:spPr>
          <a:xfrm>
            <a:off x="5814350" y="1656475"/>
            <a:ext cx="3027900" cy="2275200"/>
          </a:xfrm>
          <a:prstGeom prst="rect">
            <a:avLst/>
          </a:prstGeom>
          <a:solidFill>
            <a:srgbClr val="CFE2F3"/>
          </a:solid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Circle the time expressions and/or connectors.</a:t>
            </a:r>
            <a:endParaRPr b="1" i="0" sz="1500" u="none" cap="none" strike="noStrike">
              <a:solidFill>
                <a:schemeClr val="dk2"/>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chemeClr val="dk2"/>
              </a:solidFill>
              <a:latin typeface="Roboto"/>
              <a:ea typeface="Roboto"/>
              <a:cs typeface="Roboto"/>
              <a:sym typeface="Roboto"/>
            </a:endParaRPr>
          </a:p>
          <a:p>
            <a:pPr indent="-323850" lvl="0" marL="457200" marR="0" rtl="0" algn="l">
              <a:lnSpc>
                <a:spcPct val="100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Underline examples of past simple in positive.</a:t>
            </a:r>
            <a:endParaRPr b="1" i="0" sz="1500" u="none" cap="none" strike="noStrike">
              <a:solidFill>
                <a:schemeClr val="dk2"/>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500"/>
              <a:buFont typeface="Arial"/>
              <a:buNone/>
            </a:pPr>
            <a:r>
              <a:t/>
            </a:r>
            <a:endParaRPr b="1" i="0" sz="1500" u="none" cap="none" strike="noStrike">
              <a:solidFill>
                <a:schemeClr val="dk2"/>
              </a:solidFill>
              <a:latin typeface="Roboto"/>
              <a:ea typeface="Roboto"/>
              <a:cs typeface="Roboto"/>
              <a:sym typeface="Roboto"/>
            </a:endParaRPr>
          </a:p>
          <a:p>
            <a:pPr indent="-323850" lvl="0" marL="457200" marR="0" rtl="0" algn="l">
              <a:lnSpc>
                <a:spcPct val="100000"/>
              </a:lnSpc>
              <a:spcBef>
                <a:spcPts val="0"/>
              </a:spcBef>
              <a:spcAft>
                <a:spcPts val="0"/>
              </a:spcAft>
              <a:buClr>
                <a:schemeClr val="dk2"/>
              </a:buClr>
              <a:buSzPts val="1500"/>
              <a:buFont typeface="Roboto"/>
              <a:buAutoNum type="arabicParenR"/>
            </a:pPr>
            <a:r>
              <a:rPr b="1" i="0" lang="es" sz="1500" u="none" cap="none" strike="noStrike">
                <a:solidFill>
                  <a:schemeClr val="dk2"/>
                </a:solidFill>
                <a:latin typeface="Roboto"/>
                <a:ea typeface="Roboto"/>
                <a:cs typeface="Roboto"/>
                <a:sym typeface="Roboto"/>
              </a:rPr>
              <a:t>Draw a square around examples of past simple in negative. </a:t>
            </a:r>
            <a:endParaRPr b="1" i="0" sz="1500" u="none" cap="none" strike="noStrike">
              <a:solidFill>
                <a:schemeClr val="dk2"/>
              </a:solidFill>
              <a:latin typeface="Roboto"/>
              <a:ea typeface="Roboto"/>
              <a:cs typeface="Roboto"/>
              <a:sym typeface="Roboto"/>
            </a:endParaRPr>
          </a:p>
        </p:txBody>
      </p:sp>
      <p:sp>
        <p:nvSpPr>
          <p:cNvPr id="270" name="Google Shape;270;g3e087f80342_0_24"/>
          <p:cNvSpPr/>
          <p:nvPr/>
        </p:nvSpPr>
        <p:spPr>
          <a:xfrm>
            <a:off x="2527025" y="901625"/>
            <a:ext cx="17820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1" name="Google Shape;271;g3e087f80342_0_24"/>
          <p:cNvSpPr/>
          <p:nvPr/>
        </p:nvSpPr>
        <p:spPr>
          <a:xfrm>
            <a:off x="2956250" y="1247525"/>
            <a:ext cx="17820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2" name="Google Shape;272;g3e087f80342_0_24"/>
          <p:cNvSpPr/>
          <p:nvPr/>
        </p:nvSpPr>
        <p:spPr>
          <a:xfrm>
            <a:off x="1776425" y="1593425"/>
            <a:ext cx="4047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3" name="Google Shape;273;g3e087f80342_0_24"/>
          <p:cNvSpPr/>
          <p:nvPr/>
        </p:nvSpPr>
        <p:spPr>
          <a:xfrm>
            <a:off x="1833650" y="1939325"/>
            <a:ext cx="4047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4" name="Google Shape;274;g3e087f80342_0_24"/>
          <p:cNvSpPr/>
          <p:nvPr/>
        </p:nvSpPr>
        <p:spPr>
          <a:xfrm>
            <a:off x="1224800" y="2241975"/>
            <a:ext cx="1782000" cy="3726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5" name="Google Shape;275;g3e087f80342_0_24"/>
          <p:cNvSpPr/>
          <p:nvPr/>
        </p:nvSpPr>
        <p:spPr>
          <a:xfrm>
            <a:off x="4145475" y="2607775"/>
            <a:ext cx="426600" cy="3726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6" name="Google Shape;276;g3e087f80342_0_24"/>
          <p:cNvSpPr/>
          <p:nvPr/>
        </p:nvSpPr>
        <p:spPr>
          <a:xfrm>
            <a:off x="4309025" y="2936050"/>
            <a:ext cx="804600" cy="3726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7" name="Google Shape;277;g3e087f80342_0_24"/>
          <p:cNvSpPr/>
          <p:nvPr/>
        </p:nvSpPr>
        <p:spPr>
          <a:xfrm>
            <a:off x="1224800" y="3308650"/>
            <a:ext cx="4266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8" name="Google Shape;278;g3e087f80342_0_24"/>
          <p:cNvSpPr/>
          <p:nvPr/>
        </p:nvSpPr>
        <p:spPr>
          <a:xfrm>
            <a:off x="3565875" y="3308650"/>
            <a:ext cx="4266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9" name="Google Shape;279;g3e087f80342_0_24"/>
          <p:cNvSpPr/>
          <p:nvPr/>
        </p:nvSpPr>
        <p:spPr>
          <a:xfrm>
            <a:off x="4825600" y="3308650"/>
            <a:ext cx="5994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0" name="Google Shape;280;g3e087f80342_0_24"/>
          <p:cNvSpPr/>
          <p:nvPr/>
        </p:nvSpPr>
        <p:spPr>
          <a:xfrm>
            <a:off x="303750" y="3654550"/>
            <a:ext cx="804600" cy="3726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1" name="Google Shape;281;g3e087f80342_0_24"/>
          <p:cNvSpPr/>
          <p:nvPr/>
        </p:nvSpPr>
        <p:spPr>
          <a:xfrm>
            <a:off x="2344825" y="3617676"/>
            <a:ext cx="4266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2" name="Google Shape;282;g3e087f80342_0_24"/>
          <p:cNvSpPr/>
          <p:nvPr/>
        </p:nvSpPr>
        <p:spPr>
          <a:xfrm>
            <a:off x="3519575" y="3617675"/>
            <a:ext cx="1178700" cy="4095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3" name="Google Shape;283;g3e087f80342_0_24"/>
          <p:cNvSpPr/>
          <p:nvPr/>
        </p:nvSpPr>
        <p:spPr>
          <a:xfrm>
            <a:off x="3402250" y="4027150"/>
            <a:ext cx="4266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4" name="Google Shape;284;g3e087f80342_0_24"/>
          <p:cNvSpPr/>
          <p:nvPr/>
        </p:nvSpPr>
        <p:spPr>
          <a:xfrm>
            <a:off x="4333925" y="3994725"/>
            <a:ext cx="7548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5" name="Google Shape;285;g3e087f80342_0_24"/>
          <p:cNvSpPr/>
          <p:nvPr/>
        </p:nvSpPr>
        <p:spPr>
          <a:xfrm>
            <a:off x="1765475" y="4340625"/>
            <a:ext cx="426600" cy="3459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86" name="Google Shape;286;g3e087f80342_0_24"/>
          <p:cNvCxnSpPr/>
          <p:nvPr/>
        </p:nvCxnSpPr>
        <p:spPr>
          <a:xfrm>
            <a:off x="2051128" y="119566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87" name="Google Shape;287;g3e087f80342_0_24"/>
          <p:cNvCxnSpPr/>
          <p:nvPr/>
        </p:nvCxnSpPr>
        <p:spPr>
          <a:xfrm>
            <a:off x="2956253" y="154766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88" name="Google Shape;288;g3e087f80342_0_24"/>
          <p:cNvCxnSpPr/>
          <p:nvPr/>
        </p:nvCxnSpPr>
        <p:spPr>
          <a:xfrm>
            <a:off x="4572078" y="1855794"/>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89" name="Google Shape;289;g3e087f80342_0_24"/>
          <p:cNvCxnSpPr/>
          <p:nvPr/>
        </p:nvCxnSpPr>
        <p:spPr>
          <a:xfrm>
            <a:off x="3123128" y="223551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0" name="Google Shape;290;g3e087f80342_0_24"/>
          <p:cNvCxnSpPr/>
          <p:nvPr/>
        </p:nvCxnSpPr>
        <p:spPr>
          <a:xfrm>
            <a:off x="3239053" y="2571144"/>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1" name="Google Shape;291;g3e087f80342_0_24"/>
          <p:cNvCxnSpPr/>
          <p:nvPr/>
        </p:nvCxnSpPr>
        <p:spPr>
          <a:xfrm>
            <a:off x="1896228" y="291721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2" name="Google Shape;292;g3e087f80342_0_24"/>
          <p:cNvCxnSpPr/>
          <p:nvPr/>
        </p:nvCxnSpPr>
        <p:spPr>
          <a:xfrm>
            <a:off x="2585003" y="2926594"/>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3" name="Google Shape;293;g3e087f80342_0_24"/>
          <p:cNvCxnSpPr/>
          <p:nvPr/>
        </p:nvCxnSpPr>
        <p:spPr>
          <a:xfrm>
            <a:off x="4416428" y="2925257"/>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4" name="Google Shape;294;g3e087f80342_0_24"/>
          <p:cNvCxnSpPr/>
          <p:nvPr/>
        </p:nvCxnSpPr>
        <p:spPr>
          <a:xfrm>
            <a:off x="303753" y="361766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5" name="Google Shape;295;g3e087f80342_0_24"/>
          <p:cNvCxnSpPr/>
          <p:nvPr/>
        </p:nvCxnSpPr>
        <p:spPr>
          <a:xfrm>
            <a:off x="2051128" y="360901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6" name="Google Shape;296;g3e087f80342_0_24"/>
          <p:cNvCxnSpPr/>
          <p:nvPr/>
        </p:nvCxnSpPr>
        <p:spPr>
          <a:xfrm>
            <a:off x="1820903" y="397481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7" name="Google Shape;297;g3e087f80342_0_24"/>
          <p:cNvCxnSpPr/>
          <p:nvPr/>
        </p:nvCxnSpPr>
        <p:spPr>
          <a:xfrm>
            <a:off x="2771428" y="397481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8" name="Google Shape;298;g3e087f80342_0_24"/>
          <p:cNvCxnSpPr/>
          <p:nvPr/>
        </p:nvCxnSpPr>
        <p:spPr>
          <a:xfrm>
            <a:off x="367778" y="4288144"/>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299" name="Google Shape;299;g3e087f80342_0_24"/>
          <p:cNvCxnSpPr/>
          <p:nvPr/>
        </p:nvCxnSpPr>
        <p:spPr>
          <a:xfrm>
            <a:off x="1896228" y="4300819"/>
            <a:ext cx="589800" cy="1200"/>
          </a:xfrm>
          <a:prstGeom prst="straightConnector1">
            <a:avLst/>
          </a:prstGeom>
          <a:noFill/>
          <a:ln cap="flat" cmpd="sng" w="19050">
            <a:solidFill>
              <a:srgbClr val="FF0000"/>
            </a:solidFill>
            <a:prstDash val="solid"/>
            <a:round/>
            <a:headEnd len="sm" w="sm" type="none"/>
            <a:tailEnd len="sm" w="sm" type="none"/>
          </a:ln>
        </p:spPr>
      </p:cxnSp>
      <p:cxnSp>
        <p:nvCxnSpPr>
          <p:cNvPr id="300" name="Google Shape;300;g3e087f80342_0_24"/>
          <p:cNvCxnSpPr/>
          <p:nvPr/>
        </p:nvCxnSpPr>
        <p:spPr>
          <a:xfrm>
            <a:off x="303753" y="4627519"/>
            <a:ext cx="589800" cy="1200"/>
          </a:xfrm>
          <a:prstGeom prst="straightConnector1">
            <a:avLst/>
          </a:prstGeom>
          <a:noFill/>
          <a:ln cap="flat" cmpd="sng" w="19050">
            <a:solidFill>
              <a:srgbClr val="FF0000"/>
            </a:solidFill>
            <a:prstDash val="solid"/>
            <a:round/>
            <a:headEnd len="sm" w="sm" type="none"/>
            <a:tailEnd len="sm" w="sm" type="none"/>
          </a:ln>
        </p:spPr>
      </p:cxnSp>
      <p:sp>
        <p:nvSpPr>
          <p:cNvPr id="301" name="Google Shape;301;g3e087f80342_0_24"/>
          <p:cNvSpPr/>
          <p:nvPr/>
        </p:nvSpPr>
        <p:spPr>
          <a:xfrm>
            <a:off x="3253700" y="2934575"/>
            <a:ext cx="1055400" cy="3459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a couple of cartoon bears standing next to each other . (proporcionado por Tenor)" id="306" name="Google Shape;306;g3f8d64c98be_0_56"/>
          <p:cNvPicPr preferRelativeResize="0"/>
          <p:nvPr/>
        </p:nvPicPr>
        <p:blipFill>
          <a:blip r:embed="rId3">
            <a:alphaModFix/>
          </a:blip>
          <a:stretch>
            <a:fillRect/>
          </a:stretch>
        </p:blipFill>
        <p:spPr>
          <a:xfrm>
            <a:off x="4960650" y="339050"/>
            <a:ext cx="2407300" cy="2055250"/>
          </a:xfrm>
          <a:prstGeom prst="rect">
            <a:avLst/>
          </a:prstGeom>
          <a:noFill/>
          <a:ln>
            <a:noFill/>
          </a:ln>
        </p:spPr>
      </p:pic>
      <p:sp>
        <p:nvSpPr>
          <p:cNvPr id="307" name="Google Shape;307;g3f8d64c98be_0_56"/>
          <p:cNvSpPr txBox="1"/>
          <p:nvPr/>
        </p:nvSpPr>
        <p:spPr>
          <a:xfrm>
            <a:off x="413475" y="339050"/>
            <a:ext cx="6078000" cy="6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300">
                <a:solidFill>
                  <a:schemeClr val="dk2"/>
                </a:solidFill>
                <a:highlight>
                  <a:srgbClr val="FFFF00"/>
                </a:highlight>
                <a:latin typeface="Calibri"/>
                <a:ea typeface="Calibri"/>
                <a:cs typeface="Calibri"/>
                <a:sym typeface="Calibri"/>
              </a:rPr>
              <a:t>COLLABORATIVE WORK</a:t>
            </a:r>
            <a:endParaRPr b="1" sz="2300">
              <a:solidFill>
                <a:schemeClr val="dk2"/>
              </a:solidFill>
              <a:highlight>
                <a:srgbClr val="FFFF00"/>
              </a:highlight>
              <a:latin typeface="Calibri"/>
              <a:ea typeface="Calibri"/>
              <a:cs typeface="Calibri"/>
              <a:sym typeface="Calibri"/>
            </a:endParaRPr>
          </a:p>
        </p:txBody>
      </p:sp>
      <p:sp>
        <p:nvSpPr>
          <p:cNvPr id="308" name="Google Shape;308;g3f8d64c98be_0_56"/>
          <p:cNvSpPr/>
          <p:nvPr/>
        </p:nvSpPr>
        <p:spPr>
          <a:xfrm>
            <a:off x="413475" y="835200"/>
            <a:ext cx="3894804" cy="1513296"/>
          </a:xfrm>
          <a:prstGeom prst="cloud">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9" name="Google Shape;309;g3f8d64c98be_0_56"/>
          <p:cNvSpPr/>
          <p:nvPr/>
        </p:nvSpPr>
        <p:spPr>
          <a:xfrm>
            <a:off x="499700" y="2757225"/>
            <a:ext cx="3894804" cy="1513296"/>
          </a:xfrm>
          <a:prstGeom prst="cloud">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0" name="Google Shape;310;g3f8d64c98be_0_56"/>
          <p:cNvSpPr txBox="1"/>
          <p:nvPr/>
        </p:nvSpPr>
        <p:spPr>
          <a:xfrm>
            <a:off x="1074450" y="1128800"/>
            <a:ext cx="2745300" cy="926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Font typeface="Calibri"/>
              <a:buAutoNum type="arabicPeriod"/>
            </a:pPr>
            <a:r>
              <a:rPr b="1" lang="es" sz="2000">
                <a:solidFill>
                  <a:schemeClr val="dk2"/>
                </a:solidFill>
                <a:latin typeface="Calibri"/>
                <a:ea typeface="Calibri"/>
                <a:cs typeface="Calibri"/>
                <a:sym typeface="Calibri"/>
              </a:rPr>
              <a:t>Choose your partner.</a:t>
            </a:r>
            <a:endParaRPr b="1" sz="2000">
              <a:solidFill>
                <a:schemeClr val="dk2"/>
              </a:solidFill>
              <a:latin typeface="Calibri"/>
              <a:ea typeface="Calibri"/>
              <a:cs typeface="Calibri"/>
              <a:sym typeface="Calibri"/>
            </a:endParaRPr>
          </a:p>
        </p:txBody>
      </p:sp>
      <p:sp>
        <p:nvSpPr>
          <p:cNvPr id="311" name="Google Shape;311;g3f8d64c98be_0_56"/>
          <p:cNvSpPr txBox="1"/>
          <p:nvPr/>
        </p:nvSpPr>
        <p:spPr>
          <a:xfrm>
            <a:off x="1074450" y="3125250"/>
            <a:ext cx="2745300" cy="9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000">
                <a:solidFill>
                  <a:schemeClr val="dk2"/>
                </a:solidFill>
                <a:latin typeface="Calibri"/>
                <a:ea typeface="Calibri"/>
                <a:cs typeface="Calibri"/>
                <a:sym typeface="Calibri"/>
              </a:rPr>
              <a:t>2. Choose your role.</a:t>
            </a:r>
            <a:endParaRPr b="1" sz="2000">
              <a:solidFill>
                <a:schemeClr val="dk2"/>
              </a:solidFill>
              <a:latin typeface="Calibri"/>
              <a:ea typeface="Calibri"/>
              <a:cs typeface="Calibri"/>
              <a:sym typeface="Calibri"/>
            </a:endParaRPr>
          </a:p>
        </p:txBody>
      </p:sp>
      <p:cxnSp>
        <p:nvCxnSpPr>
          <p:cNvPr id="312" name="Google Shape;312;g3f8d64c98be_0_56"/>
          <p:cNvCxnSpPr/>
          <p:nvPr/>
        </p:nvCxnSpPr>
        <p:spPr>
          <a:xfrm flipH="1" rot="10800000">
            <a:off x="4622525" y="3117525"/>
            <a:ext cx="785700" cy="322500"/>
          </a:xfrm>
          <a:prstGeom prst="straightConnector1">
            <a:avLst/>
          </a:prstGeom>
          <a:noFill/>
          <a:ln cap="flat" cmpd="sng" w="38100">
            <a:solidFill>
              <a:srgbClr val="FF0000"/>
            </a:solidFill>
            <a:prstDash val="solid"/>
            <a:round/>
            <a:headEnd len="med" w="med" type="none"/>
            <a:tailEnd len="med" w="med" type="triangle"/>
          </a:ln>
        </p:spPr>
      </p:cxnSp>
      <p:cxnSp>
        <p:nvCxnSpPr>
          <p:cNvPr id="313" name="Google Shape;313;g3f8d64c98be_0_56"/>
          <p:cNvCxnSpPr/>
          <p:nvPr/>
        </p:nvCxnSpPr>
        <p:spPr>
          <a:xfrm>
            <a:off x="4572000" y="3592425"/>
            <a:ext cx="633300" cy="401700"/>
          </a:xfrm>
          <a:prstGeom prst="straightConnector1">
            <a:avLst/>
          </a:prstGeom>
          <a:noFill/>
          <a:ln cap="flat" cmpd="sng" w="38100">
            <a:solidFill>
              <a:srgbClr val="FF0000"/>
            </a:solidFill>
            <a:prstDash val="solid"/>
            <a:round/>
            <a:headEnd len="med" w="med" type="none"/>
            <a:tailEnd len="med" w="med" type="triangle"/>
          </a:ln>
        </p:spPr>
      </p:cxnSp>
      <p:sp>
        <p:nvSpPr>
          <p:cNvPr id="314" name="Google Shape;314;g3f8d64c98be_0_56"/>
          <p:cNvSpPr txBox="1"/>
          <p:nvPr/>
        </p:nvSpPr>
        <p:spPr>
          <a:xfrm>
            <a:off x="5515625" y="2976950"/>
            <a:ext cx="2538600" cy="74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chemeClr val="dk2"/>
                </a:solidFill>
                <a:latin typeface="Calibri"/>
                <a:ea typeface="Calibri"/>
                <a:cs typeface="Calibri"/>
                <a:sym typeface="Calibri"/>
              </a:rPr>
              <a:t>Interviewer</a:t>
            </a:r>
            <a:endParaRPr b="1" sz="2400">
              <a:solidFill>
                <a:schemeClr val="dk2"/>
              </a:solidFill>
              <a:latin typeface="Calibri"/>
              <a:ea typeface="Calibri"/>
              <a:cs typeface="Calibri"/>
              <a:sym typeface="Calibri"/>
            </a:endParaRPr>
          </a:p>
        </p:txBody>
      </p:sp>
      <p:sp>
        <p:nvSpPr>
          <p:cNvPr id="315" name="Google Shape;315;g3f8d64c98be_0_56"/>
          <p:cNvSpPr txBox="1"/>
          <p:nvPr/>
        </p:nvSpPr>
        <p:spPr>
          <a:xfrm>
            <a:off x="5242725" y="3757825"/>
            <a:ext cx="2538600" cy="74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chemeClr val="dk2"/>
                </a:solidFill>
                <a:latin typeface="Calibri"/>
                <a:ea typeface="Calibri"/>
                <a:cs typeface="Calibri"/>
                <a:sym typeface="Calibri"/>
              </a:rPr>
              <a:t>Speaker</a:t>
            </a:r>
            <a:endParaRPr b="1" sz="2400">
              <a:solidFill>
                <a:schemeClr val="dk2"/>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f8d64c98be_0_24"/>
          <p:cNvSpPr txBox="1"/>
          <p:nvPr/>
        </p:nvSpPr>
        <p:spPr>
          <a:xfrm>
            <a:off x="252075" y="225350"/>
            <a:ext cx="3088800" cy="61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s" sz="2000" u="none" cap="none" strike="noStrike">
                <a:solidFill>
                  <a:srgbClr val="B45F06"/>
                </a:solidFill>
                <a:latin typeface="Roboto"/>
                <a:ea typeface="Roboto"/>
                <a:cs typeface="Roboto"/>
                <a:sym typeface="Roboto"/>
              </a:rPr>
              <a:t>Discuss the questions</a:t>
            </a:r>
            <a:endParaRPr b="1" i="0" sz="2000" u="none" cap="none" strike="noStrike">
              <a:solidFill>
                <a:srgbClr val="B45F06"/>
              </a:solidFill>
              <a:latin typeface="Roboto"/>
              <a:ea typeface="Roboto"/>
              <a:cs typeface="Roboto"/>
              <a:sym typeface="Roboto"/>
            </a:endParaRPr>
          </a:p>
        </p:txBody>
      </p:sp>
      <p:sp>
        <p:nvSpPr>
          <p:cNvPr id="321" name="Google Shape;321;g3f8d64c98be_0_24"/>
          <p:cNvSpPr txBox="1"/>
          <p:nvPr/>
        </p:nvSpPr>
        <p:spPr>
          <a:xfrm>
            <a:off x="3410625" y="613875"/>
            <a:ext cx="5566500" cy="9294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rgbClr val="0000FF"/>
              </a:buClr>
              <a:buSzPts val="2100"/>
              <a:buFont typeface="Roboto"/>
              <a:buAutoNum type="arabicPeriod"/>
            </a:pPr>
            <a:r>
              <a:rPr b="1" lang="es" sz="2100">
                <a:solidFill>
                  <a:srgbClr val="0000FF"/>
                </a:solidFill>
                <a:latin typeface="Roboto"/>
                <a:ea typeface="Roboto"/>
                <a:cs typeface="Roboto"/>
                <a:sym typeface="Roboto"/>
              </a:rPr>
              <a:t>What was the most interesting part from the story for you? </a:t>
            </a:r>
            <a:endParaRPr b="1" sz="1500">
              <a:latin typeface="Roboto"/>
              <a:ea typeface="Roboto"/>
              <a:cs typeface="Roboto"/>
              <a:sym typeface="Roboto"/>
            </a:endParaRPr>
          </a:p>
        </p:txBody>
      </p:sp>
      <p:sp>
        <p:nvSpPr>
          <p:cNvPr id="322" name="Google Shape;322;g3f8d64c98be_0_24"/>
          <p:cNvSpPr/>
          <p:nvPr/>
        </p:nvSpPr>
        <p:spPr>
          <a:xfrm>
            <a:off x="4003225" y="2152800"/>
            <a:ext cx="1969800" cy="725100"/>
          </a:xfrm>
          <a:prstGeom prst="wedgeEllipseCallout">
            <a:avLst>
              <a:gd fmla="val -20833" name="adj1"/>
              <a:gd fmla="val 62500" name="adj2"/>
            </a:avLst>
          </a:prstGeom>
          <a:solidFill>
            <a:srgbClr val="C9DAF8"/>
          </a:solidFill>
          <a:ln cap="flat" cmpd="sng" w="9525">
            <a:solidFill>
              <a:srgbClr val="233A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es" sz="1000">
                <a:latin typeface="Roboto"/>
                <a:ea typeface="Roboto"/>
                <a:cs typeface="Roboto"/>
                <a:sym typeface="Roboto"/>
              </a:rPr>
              <a:t>For me, the most interesting part of the story was…</a:t>
            </a:r>
            <a:endParaRPr b="1" i="0" sz="1000" u="none" cap="none" strike="noStrike">
              <a:solidFill>
                <a:srgbClr val="000000"/>
              </a:solidFill>
              <a:latin typeface="Roboto"/>
              <a:ea typeface="Roboto"/>
              <a:cs typeface="Roboto"/>
              <a:sym typeface="Roboto"/>
            </a:endParaRPr>
          </a:p>
        </p:txBody>
      </p:sp>
      <p:sp>
        <p:nvSpPr>
          <p:cNvPr id="323" name="Google Shape;323;g3f8d64c98be_0_24"/>
          <p:cNvSpPr/>
          <p:nvPr/>
        </p:nvSpPr>
        <p:spPr>
          <a:xfrm>
            <a:off x="6185425" y="1915750"/>
            <a:ext cx="1740000" cy="559200"/>
          </a:xfrm>
          <a:prstGeom prst="wedgeEllipseCallout">
            <a:avLst>
              <a:gd fmla="val -20833" name="adj1"/>
              <a:gd fmla="val 62500" name="adj2"/>
            </a:avLst>
          </a:prstGeom>
          <a:solidFill>
            <a:srgbClr val="D9EAD3"/>
          </a:solidFill>
          <a:ln cap="flat" cmpd="sng" w="9525">
            <a:solidFill>
              <a:srgbClr val="233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b="1" lang="es" sz="1000">
                <a:latin typeface="Roboto"/>
                <a:ea typeface="Roboto"/>
                <a:cs typeface="Roboto"/>
                <a:sym typeface="Roboto"/>
              </a:rPr>
              <a:t>Yes, I would like to attend because…</a:t>
            </a:r>
            <a:endParaRPr b="1" sz="1100">
              <a:latin typeface="Roboto"/>
              <a:ea typeface="Roboto"/>
              <a:cs typeface="Roboto"/>
              <a:sym typeface="Roboto"/>
            </a:endParaRPr>
          </a:p>
        </p:txBody>
      </p:sp>
      <p:sp>
        <p:nvSpPr>
          <p:cNvPr id="324" name="Google Shape;324;g3f8d64c98be_0_24"/>
          <p:cNvSpPr txBox="1"/>
          <p:nvPr/>
        </p:nvSpPr>
        <p:spPr>
          <a:xfrm>
            <a:off x="3450100" y="356750"/>
            <a:ext cx="18192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rgbClr val="233A44"/>
                </a:solidFill>
                <a:highlight>
                  <a:srgbClr val="FFFF00"/>
                </a:highlight>
                <a:latin typeface="Calibri"/>
                <a:ea typeface="Calibri"/>
                <a:cs typeface="Calibri"/>
                <a:sym typeface="Calibri"/>
              </a:rPr>
              <a:t>Evaluator:</a:t>
            </a:r>
            <a:endParaRPr b="1" sz="1300">
              <a:solidFill>
                <a:srgbClr val="233A44"/>
              </a:solidFill>
              <a:highlight>
                <a:srgbClr val="FFFF00"/>
              </a:highlight>
              <a:latin typeface="Calibri"/>
              <a:ea typeface="Calibri"/>
              <a:cs typeface="Calibri"/>
              <a:sym typeface="Calibri"/>
            </a:endParaRPr>
          </a:p>
        </p:txBody>
      </p:sp>
      <p:sp>
        <p:nvSpPr>
          <p:cNvPr id="325" name="Google Shape;325;g3f8d64c98be_0_24"/>
          <p:cNvSpPr txBox="1"/>
          <p:nvPr/>
        </p:nvSpPr>
        <p:spPr>
          <a:xfrm>
            <a:off x="4498500" y="398150"/>
            <a:ext cx="2836500" cy="2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233A44"/>
                </a:solidFill>
                <a:latin typeface="Calibri"/>
                <a:ea typeface="Calibri"/>
                <a:cs typeface="Calibri"/>
                <a:sym typeface="Calibri"/>
              </a:rPr>
              <a:t>Ask questions and listen carefully.</a:t>
            </a:r>
            <a:endParaRPr sz="1300">
              <a:solidFill>
                <a:srgbClr val="233A44"/>
              </a:solidFill>
              <a:latin typeface="Calibri"/>
              <a:ea typeface="Calibri"/>
              <a:cs typeface="Calibri"/>
              <a:sym typeface="Calibri"/>
            </a:endParaRPr>
          </a:p>
        </p:txBody>
      </p:sp>
      <p:sp>
        <p:nvSpPr>
          <p:cNvPr id="326" name="Google Shape;326;g3f8d64c98be_0_24"/>
          <p:cNvSpPr txBox="1"/>
          <p:nvPr/>
        </p:nvSpPr>
        <p:spPr>
          <a:xfrm>
            <a:off x="3450100" y="1797300"/>
            <a:ext cx="18192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rgbClr val="233A44"/>
                </a:solidFill>
                <a:highlight>
                  <a:srgbClr val="FFFF00"/>
                </a:highlight>
                <a:latin typeface="Calibri"/>
                <a:ea typeface="Calibri"/>
                <a:cs typeface="Calibri"/>
                <a:sym typeface="Calibri"/>
              </a:rPr>
              <a:t>Speaker:</a:t>
            </a:r>
            <a:endParaRPr b="1" sz="1300">
              <a:solidFill>
                <a:srgbClr val="233A44"/>
              </a:solidFill>
              <a:highlight>
                <a:srgbClr val="FFFF00"/>
              </a:highlight>
              <a:latin typeface="Calibri"/>
              <a:ea typeface="Calibri"/>
              <a:cs typeface="Calibri"/>
              <a:sym typeface="Calibri"/>
            </a:endParaRPr>
          </a:p>
        </p:txBody>
      </p:sp>
      <p:sp>
        <p:nvSpPr>
          <p:cNvPr id="327" name="Google Shape;327;g3f8d64c98be_0_24"/>
          <p:cNvSpPr txBox="1"/>
          <p:nvPr/>
        </p:nvSpPr>
        <p:spPr>
          <a:xfrm>
            <a:off x="3450100" y="3079213"/>
            <a:ext cx="18192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rgbClr val="233A44"/>
                </a:solidFill>
                <a:highlight>
                  <a:srgbClr val="FFFF00"/>
                </a:highlight>
                <a:latin typeface="Calibri"/>
                <a:ea typeface="Calibri"/>
                <a:cs typeface="Calibri"/>
                <a:sym typeface="Calibri"/>
              </a:rPr>
              <a:t>Evaluator:</a:t>
            </a:r>
            <a:endParaRPr b="1" sz="1300">
              <a:solidFill>
                <a:srgbClr val="233A44"/>
              </a:solidFill>
              <a:highlight>
                <a:srgbClr val="FFFF00"/>
              </a:highlight>
              <a:latin typeface="Calibri"/>
              <a:ea typeface="Calibri"/>
              <a:cs typeface="Calibri"/>
              <a:sym typeface="Calibri"/>
            </a:endParaRPr>
          </a:p>
        </p:txBody>
      </p:sp>
      <p:sp>
        <p:nvSpPr>
          <p:cNvPr id="328" name="Google Shape;328;g3f8d64c98be_0_24"/>
          <p:cNvSpPr txBox="1"/>
          <p:nvPr/>
        </p:nvSpPr>
        <p:spPr>
          <a:xfrm>
            <a:off x="4214925" y="3120613"/>
            <a:ext cx="2836500" cy="2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233A44"/>
                </a:solidFill>
                <a:latin typeface="Calibri"/>
                <a:ea typeface="Calibri"/>
                <a:cs typeface="Calibri"/>
                <a:sym typeface="Calibri"/>
              </a:rPr>
              <a:t>Evaluates answers. </a:t>
            </a:r>
            <a:endParaRPr sz="1300">
              <a:solidFill>
                <a:srgbClr val="233A44"/>
              </a:solidFill>
              <a:latin typeface="Calibri"/>
              <a:ea typeface="Calibri"/>
              <a:cs typeface="Calibri"/>
              <a:sym typeface="Calibri"/>
            </a:endParaRPr>
          </a:p>
        </p:txBody>
      </p:sp>
      <p:sp>
        <p:nvSpPr>
          <p:cNvPr id="329" name="Google Shape;329;g3f8d64c98be_0_24"/>
          <p:cNvSpPr/>
          <p:nvPr/>
        </p:nvSpPr>
        <p:spPr>
          <a:xfrm>
            <a:off x="3492888" y="3487425"/>
            <a:ext cx="2158200" cy="618300"/>
          </a:xfrm>
          <a:prstGeom prst="wedgeEllipseCallout">
            <a:avLst>
              <a:gd fmla="val -46240" name="adj1"/>
              <a:gd fmla="val 57560" name="adj2"/>
            </a:avLst>
          </a:prstGeom>
          <a:solidFill>
            <a:srgbClr val="FCE5CD"/>
          </a:solidFill>
          <a:ln cap="flat" cmpd="sng" w="9525">
            <a:solidFill>
              <a:srgbClr val="233A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s" sz="1100">
                <a:latin typeface="Roboto"/>
                <a:ea typeface="Roboto"/>
                <a:cs typeface="Roboto"/>
                <a:sym typeface="Roboto"/>
              </a:rPr>
              <a:t>I agree with you in question…because…</a:t>
            </a:r>
            <a:endParaRPr b="1" i="0" sz="1100" u="none" cap="none" strike="noStrike">
              <a:solidFill>
                <a:srgbClr val="000000"/>
              </a:solidFill>
              <a:latin typeface="Roboto"/>
              <a:ea typeface="Roboto"/>
              <a:cs typeface="Roboto"/>
              <a:sym typeface="Roboto"/>
            </a:endParaRPr>
          </a:p>
        </p:txBody>
      </p:sp>
      <p:sp>
        <p:nvSpPr>
          <p:cNvPr id="330" name="Google Shape;330;g3f8d64c98be_0_24"/>
          <p:cNvSpPr/>
          <p:nvPr/>
        </p:nvSpPr>
        <p:spPr>
          <a:xfrm>
            <a:off x="6028488" y="3488375"/>
            <a:ext cx="2158200" cy="618300"/>
          </a:xfrm>
          <a:prstGeom prst="wedgeEllipseCallout">
            <a:avLst>
              <a:gd fmla="val -46240" name="adj1"/>
              <a:gd fmla="val 57560" name="adj2"/>
            </a:avLst>
          </a:prstGeom>
          <a:solidFill>
            <a:srgbClr val="FCE5CD"/>
          </a:solidFill>
          <a:ln cap="flat" cmpd="sng" w="9525">
            <a:solidFill>
              <a:srgbClr val="233A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s" sz="1100">
                <a:latin typeface="Roboto"/>
                <a:ea typeface="Roboto"/>
                <a:cs typeface="Roboto"/>
                <a:sym typeface="Roboto"/>
              </a:rPr>
              <a:t>I don’t agree with you in question…because…</a:t>
            </a:r>
            <a:endParaRPr b="1" i="0" sz="1100" u="none" cap="none" strike="noStrike">
              <a:solidFill>
                <a:srgbClr val="000000"/>
              </a:solidFill>
              <a:latin typeface="Roboto"/>
              <a:ea typeface="Roboto"/>
              <a:cs typeface="Roboto"/>
              <a:sym typeface="Roboto"/>
            </a:endParaRPr>
          </a:p>
        </p:txBody>
      </p:sp>
      <p:pic>
        <p:nvPicPr>
          <p:cNvPr descr="a red circle with a white icon inside (proporcionado por Tenor)" id="331" name="Google Shape;331;g3f8d64c98be_0_24"/>
          <p:cNvPicPr preferRelativeResize="0"/>
          <p:nvPr/>
        </p:nvPicPr>
        <p:blipFill rotWithShape="1">
          <a:blip r:embed="rId3">
            <a:alphaModFix/>
          </a:blip>
          <a:srcRect b="14262" l="14180" r="15099" t="13562"/>
          <a:stretch/>
        </p:blipFill>
        <p:spPr>
          <a:xfrm>
            <a:off x="8040288" y="3547367"/>
            <a:ext cx="548100" cy="559320"/>
          </a:xfrm>
          <a:prstGeom prst="rect">
            <a:avLst/>
          </a:prstGeom>
          <a:noFill/>
          <a:ln>
            <a:noFill/>
          </a:ln>
        </p:spPr>
      </p:pic>
      <p:pic>
        <p:nvPicPr>
          <p:cNvPr descr="a yellow uno card with two arrows pointing in opposite directions on it (proporcionado por Tenor)" id="332" name="Google Shape;332;g3f8d64c98be_0_24"/>
          <p:cNvPicPr preferRelativeResize="0"/>
          <p:nvPr/>
        </p:nvPicPr>
        <p:blipFill>
          <a:blip r:embed="rId4">
            <a:alphaModFix/>
          </a:blip>
          <a:stretch>
            <a:fillRect/>
          </a:stretch>
        </p:blipFill>
        <p:spPr>
          <a:xfrm>
            <a:off x="7991750" y="1786974"/>
            <a:ext cx="1105550" cy="1516713"/>
          </a:xfrm>
          <a:prstGeom prst="rect">
            <a:avLst/>
          </a:prstGeom>
          <a:noFill/>
          <a:ln>
            <a:noFill/>
          </a:ln>
        </p:spPr>
      </p:pic>
      <p:sp>
        <p:nvSpPr>
          <p:cNvPr id="333" name="Google Shape;333;g3f8d64c98be_0_24"/>
          <p:cNvSpPr txBox="1"/>
          <p:nvPr/>
        </p:nvSpPr>
        <p:spPr>
          <a:xfrm>
            <a:off x="3410625" y="1337575"/>
            <a:ext cx="5566500" cy="6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rgbClr val="0000FF"/>
                </a:solidFill>
                <a:latin typeface="Roboto"/>
                <a:ea typeface="Roboto"/>
                <a:cs typeface="Roboto"/>
                <a:sym typeface="Roboto"/>
              </a:rPr>
              <a:t>2. Would you like to attend a wedding?</a:t>
            </a:r>
            <a:endParaRPr b="1" sz="1500">
              <a:latin typeface="Roboto"/>
              <a:ea typeface="Roboto"/>
              <a:cs typeface="Roboto"/>
              <a:sym typeface="Roboto"/>
            </a:endParaRPr>
          </a:p>
        </p:txBody>
      </p:sp>
      <p:sp>
        <p:nvSpPr>
          <p:cNvPr id="334" name="Google Shape;334;g3f8d64c98be_0_24"/>
          <p:cNvSpPr/>
          <p:nvPr/>
        </p:nvSpPr>
        <p:spPr>
          <a:xfrm>
            <a:off x="6237475" y="2545640"/>
            <a:ext cx="1635900" cy="504300"/>
          </a:xfrm>
          <a:prstGeom prst="wedgeEllipseCallout">
            <a:avLst>
              <a:gd fmla="val -20833" name="adj1"/>
              <a:gd fmla="val 62500" name="adj2"/>
            </a:avLst>
          </a:prstGeom>
          <a:solidFill>
            <a:srgbClr val="EA9999"/>
          </a:solidFill>
          <a:ln cap="flat" cmpd="sng" w="9525">
            <a:solidFill>
              <a:srgbClr val="233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500"/>
              <a:buFont typeface="Arial"/>
              <a:buNone/>
            </a:pPr>
            <a:r>
              <a:rPr b="1" lang="es" sz="1000">
                <a:latin typeface="Roboto"/>
                <a:ea typeface="Roboto"/>
                <a:cs typeface="Roboto"/>
                <a:sym typeface="Roboto"/>
              </a:rPr>
              <a:t>I don’t know. Maybe because…</a:t>
            </a:r>
            <a:endParaRPr b="1" sz="1000">
              <a:latin typeface="Roboto"/>
              <a:ea typeface="Roboto"/>
              <a:cs typeface="Roboto"/>
              <a:sym typeface="Roboto"/>
            </a:endParaRPr>
          </a:p>
        </p:txBody>
      </p:sp>
      <p:pic>
        <p:nvPicPr>
          <p:cNvPr descr="Set a timer for 2 minutes. This 2 minute timer with alarm silently counts down to 00:00 and then alerts you with a gentle alarm sound.&#10;&#10;What Is the 2 Minute Timer?&#10;If you're looking for a timer to help you stay on track with your work, a 2 minute countdown is a great option. You can use it to break up your work time into manageable chunks, and it can also help you avoid getting bogged down with one task for too long.&#10;&#10;How to Set a 2 Minute Timer&#10;There are a few different ways to set a 2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2 Minute Alarm?&#10;This timer is perfect for work or study sessions. It's also great for any activity where you want to be sure to take a break every 2 minutes, such as cooking, laundry, or working out.&#10;&#10;Online Timer - https://timer.onlinealarmkur.com/en/" id="335" name="Google Shape;335;g3f8d64c98be_0_24" title="2 Minute Timer">
            <a:hlinkClick r:id="rId5"/>
          </p:cNvPr>
          <p:cNvPicPr preferRelativeResize="0"/>
          <p:nvPr/>
        </p:nvPicPr>
        <p:blipFill>
          <a:blip r:embed="rId6">
            <a:alphaModFix/>
          </a:blip>
          <a:stretch>
            <a:fillRect/>
          </a:stretch>
        </p:blipFill>
        <p:spPr>
          <a:xfrm>
            <a:off x="4170175" y="4158425"/>
            <a:ext cx="1635900" cy="920194"/>
          </a:xfrm>
          <a:prstGeom prst="rect">
            <a:avLst/>
          </a:prstGeom>
          <a:noFill/>
          <a:ln>
            <a:noFill/>
          </a:ln>
        </p:spPr>
      </p:pic>
      <p:pic>
        <p:nvPicPr>
          <p:cNvPr descr="an emoji hand is giving a thumbs up sign and the word love is below it . (proporcionado por Tenor)" id="336" name="Google Shape;336;g3f8d64c98be_0_24"/>
          <p:cNvPicPr preferRelativeResize="0"/>
          <p:nvPr/>
        </p:nvPicPr>
        <p:blipFill>
          <a:blip r:embed="rId7">
            <a:alphaModFix/>
          </a:blip>
          <a:stretch>
            <a:fillRect/>
          </a:stretch>
        </p:blipFill>
        <p:spPr>
          <a:xfrm>
            <a:off x="3340863" y="3676475"/>
            <a:ext cx="548100" cy="548100"/>
          </a:xfrm>
          <a:prstGeom prst="rect">
            <a:avLst/>
          </a:prstGeom>
          <a:noFill/>
          <a:ln>
            <a:noFill/>
          </a:ln>
        </p:spPr>
      </p:pic>
      <p:pic>
        <p:nvPicPr>
          <p:cNvPr id="337" name="Google Shape;337;g3f8d64c98be_0_24" title="Gemini_Generated_Image_yto1isyto1isyto1.jpg"/>
          <p:cNvPicPr preferRelativeResize="0"/>
          <p:nvPr/>
        </p:nvPicPr>
        <p:blipFill rotWithShape="1">
          <a:blip r:embed="rId8">
            <a:alphaModFix/>
          </a:blip>
          <a:srcRect b="12748" l="3477" r="53274" t="23355"/>
          <a:stretch/>
        </p:blipFill>
        <p:spPr>
          <a:xfrm>
            <a:off x="404238" y="843650"/>
            <a:ext cx="2603327" cy="1940774"/>
          </a:xfrm>
          <a:prstGeom prst="rect">
            <a:avLst/>
          </a:prstGeom>
          <a:noFill/>
          <a:ln>
            <a:noFill/>
          </a:ln>
        </p:spPr>
      </p:pic>
      <p:pic>
        <p:nvPicPr>
          <p:cNvPr id="338" name="Google Shape;338;g3f8d64c98be_0_24" title="Gemini_Generated_Image_yto1isyto1isyto1.jpg"/>
          <p:cNvPicPr preferRelativeResize="0"/>
          <p:nvPr/>
        </p:nvPicPr>
        <p:blipFill rotWithShape="1">
          <a:blip r:embed="rId8">
            <a:alphaModFix/>
          </a:blip>
          <a:srcRect b="8192" l="53836" r="2915" t="21489"/>
          <a:stretch/>
        </p:blipFill>
        <p:spPr>
          <a:xfrm>
            <a:off x="404250" y="2759100"/>
            <a:ext cx="2603327" cy="2135825"/>
          </a:xfrm>
          <a:prstGeom prst="rect">
            <a:avLst/>
          </a:prstGeom>
          <a:noFill/>
          <a:ln>
            <a:noFill/>
          </a:ln>
        </p:spPr>
      </p:pic>
      <p:sp>
        <p:nvSpPr>
          <p:cNvPr id="339" name="Google Shape;339;g3f8d64c98be_0_24"/>
          <p:cNvSpPr txBox="1"/>
          <p:nvPr/>
        </p:nvSpPr>
        <p:spPr>
          <a:xfrm>
            <a:off x="878825" y="613875"/>
            <a:ext cx="2935500" cy="5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rgbClr val="233A44"/>
                </a:solidFill>
                <a:highlight>
                  <a:srgbClr val="FFFF00"/>
                </a:highlight>
                <a:latin typeface="Calibri"/>
                <a:ea typeface="Calibri"/>
                <a:cs typeface="Calibri"/>
                <a:sym typeface="Calibri"/>
              </a:rPr>
              <a:t>OUR ROLES</a:t>
            </a:r>
            <a:endParaRPr b="1" sz="1700">
              <a:solidFill>
                <a:srgbClr val="233A44"/>
              </a:solidFill>
              <a:highlight>
                <a:srgbClr val="FFFF00"/>
              </a:highlight>
              <a:latin typeface="Calibri"/>
              <a:ea typeface="Calibri"/>
              <a:cs typeface="Calibri"/>
              <a:sym typeface="Calibri"/>
            </a:endParaRPr>
          </a:p>
        </p:txBody>
      </p:sp>
      <p:sp>
        <p:nvSpPr>
          <p:cNvPr id="340" name="Google Shape;340;g3f8d64c98be_0_24"/>
          <p:cNvSpPr txBox="1"/>
          <p:nvPr/>
        </p:nvSpPr>
        <p:spPr>
          <a:xfrm>
            <a:off x="893075" y="3853500"/>
            <a:ext cx="1893600" cy="4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rgbClr val="233A44"/>
              </a:solidFill>
              <a:latin typeface="Calibri"/>
              <a:ea typeface="Calibri"/>
              <a:cs typeface="Calibri"/>
              <a:sym typeface="Calibri"/>
            </a:endParaRPr>
          </a:p>
        </p:txBody>
      </p:sp>
      <p:sp>
        <p:nvSpPr>
          <p:cNvPr id="341" name="Google Shape;341;g3f8d64c98be_0_24"/>
          <p:cNvSpPr/>
          <p:nvPr/>
        </p:nvSpPr>
        <p:spPr>
          <a:xfrm>
            <a:off x="835200" y="3820425"/>
            <a:ext cx="1777800" cy="5481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2" name="Google Shape;342;g3f8d64c98be_0_24"/>
          <p:cNvSpPr txBox="1"/>
          <p:nvPr/>
        </p:nvSpPr>
        <p:spPr>
          <a:xfrm>
            <a:off x="978525" y="3814175"/>
            <a:ext cx="1893600" cy="4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rgbClr val="233A44"/>
                </a:solidFill>
                <a:latin typeface="Calibri"/>
                <a:ea typeface="Calibri"/>
                <a:cs typeface="Calibri"/>
                <a:sym typeface="Calibri"/>
              </a:rPr>
              <a:t>Include Past Simple at least 2 times. </a:t>
            </a:r>
            <a:endParaRPr b="1">
              <a:solidFill>
                <a:srgbClr val="233A44"/>
              </a:solidFill>
              <a:latin typeface="Calibri"/>
              <a:ea typeface="Calibri"/>
              <a:cs typeface="Calibri"/>
              <a:sym typeface="Calibri"/>
            </a:endParaRPr>
          </a:p>
        </p:txBody>
      </p:sp>
      <p:cxnSp>
        <p:nvCxnSpPr>
          <p:cNvPr id="343" name="Google Shape;343;g3f8d64c98be_0_24"/>
          <p:cNvCxnSpPr/>
          <p:nvPr/>
        </p:nvCxnSpPr>
        <p:spPr>
          <a:xfrm>
            <a:off x="3258100" y="372125"/>
            <a:ext cx="16500" cy="4482000"/>
          </a:xfrm>
          <a:prstGeom prst="straightConnector1">
            <a:avLst/>
          </a:prstGeom>
          <a:noFill/>
          <a:ln cap="flat" cmpd="sng" w="28575">
            <a:solidFill>
              <a:srgbClr val="233A44"/>
            </a:solidFill>
            <a:prstDash val="dash"/>
            <a:round/>
            <a:headEnd len="med" w="med" type="none"/>
            <a:tailEnd len="med" w="med" type="none"/>
          </a:ln>
        </p:spPr>
      </p:cxnSp>
      <p:sp>
        <p:nvSpPr>
          <p:cNvPr id="344" name="Google Shape;344;g3f8d64c98be_0_24"/>
          <p:cNvSpPr/>
          <p:nvPr/>
        </p:nvSpPr>
        <p:spPr>
          <a:xfrm>
            <a:off x="2340200" y="2414625"/>
            <a:ext cx="231600" cy="174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f8d64c98be_0_10"/>
          <p:cNvSpPr txBox="1"/>
          <p:nvPr/>
        </p:nvSpPr>
        <p:spPr>
          <a:xfrm>
            <a:off x="595400" y="430025"/>
            <a:ext cx="4523400" cy="292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5300">
                <a:solidFill>
                  <a:srgbClr val="233A44"/>
                </a:solidFill>
                <a:latin typeface="Chewy"/>
                <a:ea typeface="Chewy"/>
                <a:cs typeface="Chewy"/>
                <a:sym typeface="Chewy"/>
              </a:rPr>
              <a:t>Did we complete the activity successfully?</a:t>
            </a:r>
            <a:endParaRPr b="1" sz="5300">
              <a:solidFill>
                <a:srgbClr val="233A44"/>
              </a:solidFill>
              <a:latin typeface="Chewy"/>
              <a:ea typeface="Chewy"/>
              <a:cs typeface="Chewy"/>
              <a:sym typeface="Chewy"/>
            </a:endParaRPr>
          </a:p>
        </p:txBody>
      </p:sp>
      <p:pic>
        <p:nvPicPr>
          <p:cNvPr descr="a white cat is standing on its hind legs and pointing at the camera . (proporcionado por Tenor)" id="350" name="Google Shape;350;g3f8d64c98be_0_10"/>
          <p:cNvPicPr preferRelativeResize="0"/>
          <p:nvPr/>
        </p:nvPicPr>
        <p:blipFill>
          <a:blip r:embed="rId3">
            <a:alphaModFix/>
          </a:blip>
          <a:stretch>
            <a:fillRect/>
          </a:stretch>
        </p:blipFill>
        <p:spPr>
          <a:xfrm>
            <a:off x="6565925" y="1298675"/>
            <a:ext cx="2092025" cy="3694425"/>
          </a:xfrm>
          <a:prstGeom prst="rect">
            <a:avLst/>
          </a:prstGeom>
          <a:noFill/>
          <a:ln>
            <a:noFill/>
          </a:ln>
        </p:spPr>
      </p:pic>
      <p:pic>
        <p:nvPicPr>
          <p:cNvPr descr="a yellow star with a smiling face and rays coming out of it (proporcionado por Tenor)" id="351" name="Google Shape;351;g3f8d64c98be_0_10"/>
          <p:cNvPicPr preferRelativeResize="0"/>
          <p:nvPr/>
        </p:nvPicPr>
        <p:blipFill>
          <a:blip r:embed="rId4">
            <a:alphaModFix/>
          </a:blip>
          <a:stretch>
            <a:fillRect/>
          </a:stretch>
        </p:blipFill>
        <p:spPr>
          <a:xfrm>
            <a:off x="-101700" y="-58150"/>
            <a:ext cx="1905000" cy="1885950"/>
          </a:xfrm>
          <a:prstGeom prst="rect">
            <a:avLst/>
          </a:prstGeom>
          <a:noFill/>
          <a:ln>
            <a:noFill/>
          </a:ln>
        </p:spPr>
      </p:pic>
      <p:pic>
        <p:nvPicPr>
          <p:cNvPr descr="a yellow star with a smiling face and rays coming out of it (proporcionado por Tenor)" id="352" name="Google Shape;352;g3f8d64c98be_0_10"/>
          <p:cNvPicPr preferRelativeResize="0"/>
          <p:nvPr/>
        </p:nvPicPr>
        <p:blipFill>
          <a:blip r:embed="rId4">
            <a:alphaModFix/>
          </a:blip>
          <a:stretch>
            <a:fillRect/>
          </a:stretch>
        </p:blipFill>
        <p:spPr>
          <a:xfrm>
            <a:off x="4572000" y="210025"/>
            <a:ext cx="1905000" cy="1885950"/>
          </a:xfrm>
          <a:prstGeom prst="rect">
            <a:avLst/>
          </a:prstGeom>
          <a:noFill/>
          <a:ln>
            <a:noFill/>
          </a:ln>
        </p:spPr>
      </p:pic>
      <p:pic>
        <p:nvPicPr>
          <p:cNvPr descr="a yellow star with a smiling face and rays coming out of it (proporcionado por Tenor)" id="353" name="Google Shape;353;g3f8d64c98be_0_10"/>
          <p:cNvPicPr preferRelativeResize="0"/>
          <p:nvPr/>
        </p:nvPicPr>
        <p:blipFill>
          <a:blip r:embed="rId4">
            <a:alphaModFix/>
          </a:blip>
          <a:stretch>
            <a:fillRect/>
          </a:stretch>
        </p:blipFill>
        <p:spPr>
          <a:xfrm>
            <a:off x="-620275" y="1945425"/>
            <a:ext cx="1905000" cy="1885950"/>
          </a:xfrm>
          <a:prstGeom prst="rect">
            <a:avLst/>
          </a:prstGeom>
          <a:noFill/>
          <a:ln>
            <a:noFill/>
          </a:ln>
        </p:spPr>
      </p:pic>
      <p:pic>
        <p:nvPicPr>
          <p:cNvPr descr="a yellow star with a smiling face and rays coming out of it (proporcionado por Tenor)" id="354" name="Google Shape;354;g3f8d64c98be_0_10"/>
          <p:cNvPicPr preferRelativeResize="0"/>
          <p:nvPr/>
        </p:nvPicPr>
        <p:blipFill>
          <a:blip r:embed="rId4">
            <a:alphaModFix/>
          </a:blip>
          <a:stretch>
            <a:fillRect/>
          </a:stretch>
        </p:blipFill>
        <p:spPr>
          <a:xfrm>
            <a:off x="1598950" y="3918775"/>
            <a:ext cx="1905000" cy="1885950"/>
          </a:xfrm>
          <a:prstGeom prst="rect">
            <a:avLst/>
          </a:prstGeom>
          <a:noFill/>
          <a:ln>
            <a:noFill/>
          </a:ln>
        </p:spPr>
      </p:pic>
      <p:pic>
        <p:nvPicPr>
          <p:cNvPr descr="a yellow star with a smiling face and rays coming out of it (proporcionado por Tenor)" id="355" name="Google Shape;355;g3f8d64c98be_0_10"/>
          <p:cNvPicPr preferRelativeResize="0"/>
          <p:nvPr/>
        </p:nvPicPr>
        <p:blipFill>
          <a:blip r:embed="rId4">
            <a:alphaModFix/>
          </a:blip>
          <a:stretch>
            <a:fillRect/>
          </a:stretch>
        </p:blipFill>
        <p:spPr>
          <a:xfrm>
            <a:off x="3619500" y="3655125"/>
            <a:ext cx="1905000" cy="1885950"/>
          </a:xfrm>
          <a:prstGeom prst="rect">
            <a:avLst/>
          </a:prstGeom>
          <a:noFill/>
          <a:ln>
            <a:noFill/>
          </a:ln>
        </p:spPr>
      </p:pic>
      <p:pic>
        <p:nvPicPr>
          <p:cNvPr descr="File:Good Job Logo.png - Wikimedia Commons" id="356" name="Google Shape;356;g3f8d64c98be_0_10"/>
          <p:cNvPicPr preferRelativeResize="0"/>
          <p:nvPr/>
        </p:nvPicPr>
        <p:blipFill>
          <a:blip r:embed="rId5">
            <a:alphaModFix/>
          </a:blip>
          <a:stretch>
            <a:fillRect/>
          </a:stretch>
        </p:blipFill>
        <p:spPr>
          <a:xfrm>
            <a:off x="4572002" y="2426663"/>
            <a:ext cx="2316125" cy="16959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93edb91c51_0_49"/>
          <p:cNvSpPr txBox="1"/>
          <p:nvPr/>
        </p:nvSpPr>
        <p:spPr>
          <a:xfrm>
            <a:off x="2055825" y="664675"/>
            <a:ext cx="5325300" cy="66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1" i="0" lang="es" sz="2800" u="none" cap="none" strike="noStrike">
                <a:solidFill>
                  <a:srgbClr val="0000FF"/>
                </a:solidFill>
                <a:latin typeface="Roboto"/>
                <a:ea typeface="Roboto"/>
                <a:cs typeface="Roboto"/>
                <a:sym typeface="Roboto"/>
              </a:rPr>
              <a:t>WRITING TASK</a:t>
            </a:r>
            <a:endParaRPr b="1" i="0" sz="2800" u="none" cap="none" strike="noStrike">
              <a:solidFill>
                <a:srgbClr val="0000FF"/>
              </a:solidFill>
              <a:latin typeface="Roboto"/>
              <a:ea typeface="Roboto"/>
              <a:cs typeface="Roboto"/>
              <a:sym typeface="Roboto"/>
            </a:endParaRPr>
          </a:p>
        </p:txBody>
      </p:sp>
      <p:sp>
        <p:nvSpPr>
          <p:cNvPr id="362" name="Google Shape;362;g393edb91c51_0_49"/>
          <p:cNvSpPr txBox="1"/>
          <p:nvPr/>
        </p:nvSpPr>
        <p:spPr>
          <a:xfrm>
            <a:off x="349300" y="1368525"/>
            <a:ext cx="4401000" cy="3132000"/>
          </a:xfrm>
          <a:prstGeom prst="rect">
            <a:avLst/>
          </a:prstGeom>
          <a:solidFill>
            <a:srgbClr val="C9DAF8"/>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Roboto"/>
                <a:ea typeface="Roboto"/>
                <a:cs typeface="Roboto"/>
                <a:sym typeface="Roboto"/>
              </a:rPr>
              <a:t>Write a paragraph about an important personal event.</a:t>
            </a:r>
            <a:endParaRPr b="1" i="0" sz="18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When it was</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Where it was</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People in the celebration</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Activities people did</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Activities people didn’t do</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Feelings</a:t>
            </a:r>
            <a:endParaRPr b="1" i="0" sz="17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Roboto"/>
                <a:ea typeface="Roboto"/>
                <a:cs typeface="Roboto"/>
                <a:sym typeface="Roboto"/>
              </a:rPr>
              <a:t>Write around 90 words.</a:t>
            </a:r>
            <a:endParaRPr b="1" i="0" sz="1800" u="none" cap="none" strike="noStrike">
              <a:solidFill>
                <a:schemeClr val="dk2"/>
              </a:solidFill>
              <a:latin typeface="Roboto"/>
              <a:ea typeface="Roboto"/>
              <a:cs typeface="Roboto"/>
              <a:sym typeface="Roboto"/>
            </a:endParaRPr>
          </a:p>
        </p:txBody>
      </p:sp>
      <p:sp>
        <p:nvSpPr>
          <p:cNvPr id="363" name="Google Shape;363;g393edb91c51_0_49"/>
          <p:cNvSpPr txBox="1"/>
          <p:nvPr/>
        </p:nvSpPr>
        <p:spPr>
          <a:xfrm>
            <a:off x="5425075" y="1705175"/>
            <a:ext cx="3271200" cy="4848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Roboto"/>
                <a:ea typeface="Roboto"/>
                <a:cs typeface="Roboto"/>
                <a:sym typeface="Roboto"/>
              </a:rPr>
              <a:t>SUCCESS CRITERIA</a:t>
            </a:r>
            <a:endParaRPr b="1" i="0" sz="1800" u="none" cap="none" strike="noStrike">
              <a:solidFill>
                <a:schemeClr val="dk1"/>
              </a:solidFill>
              <a:latin typeface="Roboto"/>
              <a:ea typeface="Roboto"/>
              <a:cs typeface="Roboto"/>
              <a:sym typeface="Roboto"/>
            </a:endParaRPr>
          </a:p>
        </p:txBody>
      </p:sp>
      <p:sp>
        <p:nvSpPr>
          <p:cNvPr id="364" name="Google Shape;364;g393edb91c51_0_49"/>
          <p:cNvSpPr txBox="1"/>
          <p:nvPr/>
        </p:nvSpPr>
        <p:spPr>
          <a:xfrm>
            <a:off x="5425075" y="2189975"/>
            <a:ext cx="3271200" cy="2154600"/>
          </a:xfrm>
          <a:prstGeom prst="rect">
            <a:avLst/>
          </a:prstGeom>
          <a:solidFill>
            <a:srgbClr val="C9DAF8"/>
          </a:solid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the points in the task</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connectors</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time expressions</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examples of past simple in positive and negative.</a:t>
            </a:r>
            <a:endParaRPr b="1" i="0" sz="1800" u="none" cap="none" strike="noStrike">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93edb91c51_0_33"/>
          <p:cNvSpPr txBox="1"/>
          <p:nvPr/>
        </p:nvSpPr>
        <p:spPr>
          <a:xfrm>
            <a:off x="2917163" y="2033700"/>
            <a:ext cx="3305100" cy="1076100"/>
          </a:xfrm>
          <a:prstGeom prst="rect">
            <a:avLst/>
          </a:prstGeom>
          <a:solidFill>
            <a:schemeClr val="accent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1" i="0" lang="es" sz="2800" u="none" cap="none" strike="noStrike">
                <a:solidFill>
                  <a:schemeClr val="dk1"/>
                </a:solidFill>
                <a:latin typeface="Roboto"/>
                <a:ea typeface="Roboto"/>
                <a:cs typeface="Roboto"/>
                <a:sym typeface="Roboto"/>
              </a:rPr>
              <a:t>BRAINSTORMING WORKSHEET</a:t>
            </a:r>
            <a:endParaRPr b="1" i="0" sz="2800" u="none" cap="none" strike="noStrike">
              <a:solidFill>
                <a:schemeClr val="dk1"/>
              </a:solidFill>
              <a:latin typeface="Roboto"/>
              <a:ea typeface="Roboto"/>
              <a:cs typeface="Roboto"/>
              <a:sym typeface="Roboto"/>
            </a:endParaRPr>
          </a:p>
        </p:txBody>
      </p:sp>
      <p:sp>
        <p:nvSpPr>
          <p:cNvPr id="370" name="Google Shape;370;g393edb91c51_0_33"/>
          <p:cNvSpPr/>
          <p:nvPr/>
        </p:nvSpPr>
        <p:spPr>
          <a:xfrm>
            <a:off x="295075" y="607500"/>
            <a:ext cx="2508900" cy="1476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s" sz="1900" u="none" cap="none" strike="noStrike">
                <a:solidFill>
                  <a:srgbClr val="000000"/>
                </a:solidFill>
                <a:latin typeface="Calibri"/>
                <a:ea typeface="Calibri"/>
                <a:cs typeface="Calibri"/>
                <a:sym typeface="Calibri"/>
              </a:rPr>
              <a:t>When it was</a:t>
            </a:r>
            <a:endParaRPr b="1" i="0" sz="1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1" name="Google Shape;371;g393edb91c51_0_33"/>
          <p:cNvSpPr/>
          <p:nvPr/>
        </p:nvSpPr>
        <p:spPr>
          <a:xfrm>
            <a:off x="3380150" y="266800"/>
            <a:ext cx="2508900" cy="1476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s" sz="1900" u="none" cap="none" strike="noStrike">
                <a:solidFill>
                  <a:srgbClr val="000000"/>
                </a:solidFill>
                <a:latin typeface="Calibri"/>
                <a:ea typeface="Calibri"/>
                <a:cs typeface="Calibri"/>
                <a:sym typeface="Calibri"/>
              </a:rPr>
              <a:t>Where it was</a:t>
            </a:r>
            <a:endParaRPr b="1" i="0" sz="1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2" name="Google Shape;372;g393edb91c51_0_33"/>
          <p:cNvSpPr/>
          <p:nvPr/>
        </p:nvSpPr>
        <p:spPr>
          <a:xfrm>
            <a:off x="6335450" y="730650"/>
            <a:ext cx="2508900" cy="1476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s" sz="1900" u="none" cap="none" strike="noStrike">
                <a:solidFill>
                  <a:srgbClr val="000000"/>
                </a:solidFill>
                <a:latin typeface="Calibri"/>
                <a:ea typeface="Calibri"/>
                <a:cs typeface="Calibri"/>
                <a:sym typeface="Calibri"/>
              </a:rPr>
              <a:t>People in the celebration</a:t>
            </a:r>
            <a:endParaRPr b="1" i="0" sz="1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3" name="Google Shape;373;g393edb91c51_0_33"/>
          <p:cNvSpPr/>
          <p:nvPr/>
        </p:nvSpPr>
        <p:spPr>
          <a:xfrm>
            <a:off x="295075" y="2898700"/>
            <a:ext cx="2508900" cy="1476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s" sz="1900" u="none" cap="none" strike="noStrike">
                <a:solidFill>
                  <a:srgbClr val="000000"/>
                </a:solidFill>
                <a:latin typeface="Calibri"/>
                <a:ea typeface="Calibri"/>
                <a:cs typeface="Calibri"/>
                <a:sym typeface="Calibri"/>
              </a:rPr>
              <a:t>Activities people did</a:t>
            </a:r>
            <a:endParaRPr b="1" i="0" sz="1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4" name="Google Shape;374;g393edb91c51_0_33"/>
          <p:cNvSpPr/>
          <p:nvPr/>
        </p:nvSpPr>
        <p:spPr>
          <a:xfrm>
            <a:off x="3315275" y="3319275"/>
            <a:ext cx="2508900" cy="1476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s" sz="1900" u="none" cap="none" strike="noStrike">
                <a:solidFill>
                  <a:srgbClr val="000000"/>
                </a:solidFill>
                <a:latin typeface="Calibri"/>
                <a:ea typeface="Calibri"/>
                <a:cs typeface="Calibri"/>
                <a:sym typeface="Calibri"/>
              </a:rPr>
              <a:t>Activities people didn’t do</a:t>
            </a:r>
            <a:endParaRPr b="1" i="0" sz="1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5" name="Google Shape;375;g393edb91c51_0_33"/>
          <p:cNvSpPr/>
          <p:nvPr/>
        </p:nvSpPr>
        <p:spPr>
          <a:xfrm>
            <a:off x="6335475" y="2788275"/>
            <a:ext cx="2508900" cy="1476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s" sz="1900" u="none" cap="none" strike="noStrike">
                <a:solidFill>
                  <a:srgbClr val="000000"/>
                </a:solidFill>
                <a:latin typeface="Calibri"/>
                <a:ea typeface="Calibri"/>
                <a:cs typeface="Calibri"/>
                <a:sym typeface="Calibri"/>
              </a:rPr>
              <a:t>Feelings</a:t>
            </a:r>
            <a:endParaRPr b="1" i="0" sz="1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6" name="Google Shape;376;g393edb91c51_0_33"/>
          <p:cNvSpPr/>
          <p:nvPr/>
        </p:nvSpPr>
        <p:spPr>
          <a:xfrm>
            <a:off x="7484000" y="278750"/>
            <a:ext cx="1360500" cy="3807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Set a timer for 7 minutes. This 7 minute timer with alarm silently counts down to 00:00 and then alerts you with a gentle alarm sound.&#10;&#10;What Is the 7 Minute Timer?&#10;If you're looking for a timer to help you stay on track with your work, a 7 minute countdown is a great option. You can use it to break up your work time into manageable chunks, and it can also help you avoid getting bogged down with one task for too long.&#10;&#10;How to Set a 7 Minute Timer&#10;There are a few different ways to set a 7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7 Minute Alarm?&#10;This timer is perfect for work or study sessions. It's also great for any activity where you want to be sure to take a break every 7 minutes, such as cooking, laundry, or working out.&#10;&#10;Online Timer - https://timer.onlinealarmkur.com/en/" id="377" name="Google Shape;377;g393edb91c51_0_33" title="7 Minute Timer">
            <a:hlinkClick r:id="rId3"/>
          </p:cNvPr>
          <p:cNvPicPr preferRelativeResize="0"/>
          <p:nvPr/>
        </p:nvPicPr>
        <p:blipFill>
          <a:blip r:embed="rId4">
            <a:alphaModFix/>
          </a:blip>
          <a:stretch>
            <a:fillRect/>
          </a:stretch>
        </p:blipFill>
        <p:spPr>
          <a:xfrm>
            <a:off x="6446675" y="3950150"/>
            <a:ext cx="1783350" cy="1003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93edb91c51_1_0"/>
          <p:cNvSpPr txBox="1"/>
          <p:nvPr/>
        </p:nvSpPr>
        <p:spPr>
          <a:xfrm>
            <a:off x="1998025" y="211975"/>
            <a:ext cx="5325300" cy="36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1" i="0" lang="es" sz="1900" u="none" cap="none" strike="noStrike">
                <a:solidFill>
                  <a:srgbClr val="0000FF"/>
                </a:solidFill>
                <a:latin typeface="Roboto"/>
                <a:ea typeface="Roboto"/>
                <a:cs typeface="Roboto"/>
                <a:sym typeface="Roboto"/>
              </a:rPr>
              <a:t>RUBRICS</a:t>
            </a:r>
            <a:endParaRPr b="1" i="0" sz="1900" u="none" cap="none" strike="noStrike">
              <a:solidFill>
                <a:srgbClr val="0000FF"/>
              </a:solidFill>
              <a:latin typeface="Roboto"/>
              <a:ea typeface="Roboto"/>
              <a:cs typeface="Roboto"/>
              <a:sym typeface="Roboto"/>
            </a:endParaRPr>
          </a:p>
        </p:txBody>
      </p:sp>
      <p:pic>
        <p:nvPicPr>
          <p:cNvPr id="383" name="Google Shape;383;g393edb91c51_1_0"/>
          <p:cNvPicPr preferRelativeResize="0"/>
          <p:nvPr/>
        </p:nvPicPr>
        <p:blipFill rotWithShape="1">
          <a:blip r:embed="rId3">
            <a:alphaModFix/>
          </a:blip>
          <a:srcRect b="0" l="0" r="0" t="0"/>
          <a:stretch/>
        </p:blipFill>
        <p:spPr>
          <a:xfrm>
            <a:off x="845875" y="658925"/>
            <a:ext cx="7179500" cy="4285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f8d64c98be_0_72"/>
          <p:cNvSpPr txBox="1"/>
          <p:nvPr/>
        </p:nvSpPr>
        <p:spPr>
          <a:xfrm>
            <a:off x="2055825" y="185075"/>
            <a:ext cx="5325300" cy="66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1" lang="es" sz="2800">
                <a:solidFill>
                  <a:srgbClr val="0000FF"/>
                </a:solidFill>
                <a:latin typeface="Roboto"/>
                <a:ea typeface="Roboto"/>
                <a:cs typeface="Roboto"/>
                <a:sym typeface="Roboto"/>
              </a:rPr>
              <a:t>DRAFTING</a:t>
            </a:r>
            <a:endParaRPr b="1" i="0" sz="2800" u="none" cap="none" strike="noStrike">
              <a:solidFill>
                <a:srgbClr val="0000FF"/>
              </a:solidFill>
              <a:latin typeface="Roboto"/>
              <a:ea typeface="Roboto"/>
              <a:cs typeface="Roboto"/>
              <a:sym typeface="Roboto"/>
            </a:endParaRPr>
          </a:p>
        </p:txBody>
      </p:sp>
      <p:sp>
        <p:nvSpPr>
          <p:cNvPr id="389" name="Google Shape;389;g3f8d64c98be_0_72"/>
          <p:cNvSpPr txBox="1"/>
          <p:nvPr/>
        </p:nvSpPr>
        <p:spPr>
          <a:xfrm>
            <a:off x="349300" y="1368525"/>
            <a:ext cx="4401000" cy="3132000"/>
          </a:xfrm>
          <a:prstGeom prst="rect">
            <a:avLst/>
          </a:prstGeom>
          <a:solidFill>
            <a:srgbClr val="C9DAF8"/>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Roboto"/>
                <a:ea typeface="Roboto"/>
                <a:cs typeface="Roboto"/>
                <a:sym typeface="Roboto"/>
              </a:rPr>
              <a:t>Write a paragraph about an important personal event.</a:t>
            </a:r>
            <a:endParaRPr b="1" i="0" sz="18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When it was</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Where it was</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People in the celebration</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Activities people did</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Activities people didn’t do</a:t>
            </a:r>
            <a:endParaRPr b="1" i="0" sz="1700" u="none" cap="none" strike="noStrike">
              <a:solidFill>
                <a:schemeClr val="dk2"/>
              </a:solidFill>
              <a:latin typeface="Roboto"/>
              <a:ea typeface="Roboto"/>
              <a:cs typeface="Roboto"/>
              <a:sym typeface="Roboto"/>
            </a:endParaRPr>
          </a:p>
          <a:p>
            <a:pPr indent="-336550" lvl="0" marL="457200" marR="0" rtl="0" algn="l">
              <a:lnSpc>
                <a:spcPct val="115000"/>
              </a:lnSpc>
              <a:spcBef>
                <a:spcPts val="0"/>
              </a:spcBef>
              <a:spcAft>
                <a:spcPts val="0"/>
              </a:spcAft>
              <a:buClr>
                <a:schemeClr val="dk2"/>
              </a:buClr>
              <a:buSzPts val="1700"/>
              <a:buFont typeface="Roboto"/>
              <a:buChar char="-"/>
            </a:pPr>
            <a:r>
              <a:rPr b="1" i="0" lang="es" sz="1700" u="none" cap="none" strike="noStrike">
                <a:solidFill>
                  <a:schemeClr val="dk2"/>
                </a:solidFill>
                <a:latin typeface="Roboto"/>
                <a:ea typeface="Roboto"/>
                <a:cs typeface="Roboto"/>
                <a:sym typeface="Roboto"/>
              </a:rPr>
              <a:t>Feelings</a:t>
            </a:r>
            <a:endParaRPr b="1" i="0" sz="17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Roboto"/>
                <a:ea typeface="Roboto"/>
                <a:cs typeface="Roboto"/>
                <a:sym typeface="Roboto"/>
              </a:rPr>
              <a:t>Write around 90 words.</a:t>
            </a:r>
            <a:endParaRPr b="1" i="0" sz="1800" u="none" cap="none" strike="noStrike">
              <a:solidFill>
                <a:schemeClr val="dk2"/>
              </a:solidFill>
              <a:latin typeface="Roboto"/>
              <a:ea typeface="Roboto"/>
              <a:cs typeface="Roboto"/>
              <a:sym typeface="Roboto"/>
            </a:endParaRPr>
          </a:p>
        </p:txBody>
      </p:sp>
      <p:sp>
        <p:nvSpPr>
          <p:cNvPr id="390" name="Google Shape;390;g3f8d64c98be_0_72"/>
          <p:cNvSpPr txBox="1"/>
          <p:nvPr/>
        </p:nvSpPr>
        <p:spPr>
          <a:xfrm>
            <a:off x="5425075" y="1705175"/>
            <a:ext cx="3271200" cy="4848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Roboto"/>
                <a:ea typeface="Roboto"/>
                <a:cs typeface="Roboto"/>
                <a:sym typeface="Roboto"/>
              </a:rPr>
              <a:t>SUCCESS CRITERIA</a:t>
            </a:r>
            <a:endParaRPr b="1" i="0" sz="1800" u="none" cap="none" strike="noStrike">
              <a:solidFill>
                <a:schemeClr val="dk1"/>
              </a:solidFill>
              <a:latin typeface="Roboto"/>
              <a:ea typeface="Roboto"/>
              <a:cs typeface="Roboto"/>
              <a:sym typeface="Roboto"/>
            </a:endParaRPr>
          </a:p>
        </p:txBody>
      </p:sp>
      <p:sp>
        <p:nvSpPr>
          <p:cNvPr id="391" name="Google Shape;391;g3f8d64c98be_0_72"/>
          <p:cNvSpPr txBox="1"/>
          <p:nvPr/>
        </p:nvSpPr>
        <p:spPr>
          <a:xfrm>
            <a:off x="5425075" y="2189975"/>
            <a:ext cx="3271200" cy="2154600"/>
          </a:xfrm>
          <a:prstGeom prst="rect">
            <a:avLst/>
          </a:prstGeom>
          <a:solidFill>
            <a:srgbClr val="C9DAF8"/>
          </a:solid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the points in the task</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connectors</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time expressions</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examples of past simple in positive and negative.</a:t>
            </a:r>
            <a:endParaRPr b="1" i="0" sz="1800" u="none" cap="none" strike="noStrike">
              <a:solidFill>
                <a:schemeClr val="dk2"/>
              </a:solidFill>
              <a:latin typeface="Roboto"/>
              <a:ea typeface="Roboto"/>
              <a:cs typeface="Roboto"/>
              <a:sym typeface="Roboto"/>
            </a:endParaRPr>
          </a:p>
        </p:txBody>
      </p:sp>
      <p:sp>
        <p:nvSpPr>
          <p:cNvPr id="392" name="Google Shape;392;g3f8d64c98be_0_72"/>
          <p:cNvSpPr txBox="1"/>
          <p:nvPr/>
        </p:nvSpPr>
        <p:spPr>
          <a:xfrm>
            <a:off x="396925" y="868275"/>
            <a:ext cx="68139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FFFF00"/>
                </a:highlight>
                <a:latin typeface="Calibri"/>
                <a:ea typeface="Calibri"/>
                <a:cs typeface="Calibri"/>
                <a:sym typeface="Calibri"/>
              </a:rPr>
              <a:t>Write your drafting in your notebook. Create your own paragraph. </a:t>
            </a:r>
            <a:endParaRPr b="1" sz="1700">
              <a:solidFill>
                <a:schemeClr val="dk2"/>
              </a:solidFill>
              <a:highlight>
                <a:srgbClr val="FFFF00"/>
              </a:highlight>
              <a:latin typeface="Calibri"/>
              <a:ea typeface="Calibri"/>
              <a:cs typeface="Calibri"/>
              <a:sym typeface="Calibri"/>
            </a:endParaRPr>
          </a:p>
        </p:txBody>
      </p:sp>
      <p:pic>
        <p:nvPicPr>
          <p:cNvPr descr="Set a timer for 7 minutes. This 7 minute timer with alarm silently counts down to 00:00 and then alerts you with a gentle alarm sound.&#10;&#10;What Is the 7 Minute Timer?&#10;If you're looking for a timer to help you stay on track with your work, a 7 minute countdown is a great option. You can use it to break up your work time into manageable chunks, and it can also help you avoid getting bogged down with one task for too long.&#10;&#10;How to Set a 7 Minute Timer&#10;There are a few different ways to set a 7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7 Minute Alarm?&#10;This timer is perfect for work or study sessions. It's also great for any activity where you want to be sure to take a break every 7 minutes, such as cooking, laundry, or working out.&#10;&#10;Online Timer - https://timer.onlinealarmkur.com/en/" id="393" name="Google Shape;393;g3f8d64c98be_0_72" title="7 Minute Timer">
            <a:hlinkClick r:id="rId3"/>
          </p:cNvPr>
          <p:cNvPicPr preferRelativeResize="0"/>
          <p:nvPr/>
        </p:nvPicPr>
        <p:blipFill>
          <a:blip r:embed="rId4">
            <a:alphaModFix/>
          </a:blip>
          <a:stretch>
            <a:fillRect/>
          </a:stretch>
        </p:blipFill>
        <p:spPr>
          <a:xfrm>
            <a:off x="3450875" y="3534625"/>
            <a:ext cx="1865425" cy="104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93edb91c51_0_61"/>
          <p:cNvSpPr txBox="1"/>
          <p:nvPr/>
        </p:nvSpPr>
        <p:spPr>
          <a:xfrm>
            <a:off x="1986600" y="621425"/>
            <a:ext cx="5325300" cy="66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1" i="0" lang="es" sz="2800" u="none" cap="none" strike="noStrike">
                <a:solidFill>
                  <a:srgbClr val="0000FF"/>
                </a:solidFill>
                <a:latin typeface="Roboto"/>
                <a:ea typeface="Roboto"/>
                <a:cs typeface="Roboto"/>
                <a:sym typeface="Roboto"/>
              </a:rPr>
              <a:t>FEEDBACK</a:t>
            </a:r>
            <a:endParaRPr b="1" i="0" sz="2800" u="none" cap="none" strike="noStrike">
              <a:solidFill>
                <a:srgbClr val="0000FF"/>
              </a:solidFill>
              <a:latin typeface="Roboto"/>
              <a:ea typeface="Roboto"/>
              <a:cs typeface="Roboto"/>
              <a:sym typeface="Roboto"/>
            </a:endParaRPr>
          </a:p>
        </p:txBody>
      </p:sp>
      <p:sp>
        <p:nvSpPr>
          <p:cNvPr id="399" name="Google Shape;399;g393edb91c51_0_61"/>
          <p:cNvSpPr/>
          <p:nvPr/>
        </p:nvSpPr>
        <p:spPr>
          <a:xfrm>
            <a:off x="5368750" y="1911175"/>
            <a:ext cx="701700" cy="5985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0" name="Google Shape;400;g393edb91c51_0_61"/>
          <p:cNvSpPr/>
          <p:nvPr/>
        </p:nvSpPr>
        <p:spPr>
          <a:xfrm>
            <a:off x="6161025" y="1864775"/>
            <a:ext cx="701700" cy="5985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1" name="Google Shape;401;g393edb91c51_0_61"/>
          <p:cNvSpPr/>
          <p:nvPr/>
        </p:nvSpPr>
        <p:spPr>
          <a:xfrm>
            <a:off x="6953300" y="1864775"/>
            <a:ext cx="701700" cy="5985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2" name="Google Shape;402;g393edb91c51_0_61"/>
          <p:cNvSpPr/>
          <p:nvPr/>
        </p:nvSpPr>
        <p:spPr>
          <a:xfrm>
            <a:off x="5368750" y="2688000"/>
            <a:ext cx="701700" cy="5985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3" name="Google Shape;403;g393edb91c51_0_61"/>
          <p:cNvSpPr/>
          <p:nvPr/>
        </p:nvSpPr>
        <p:spPr>
          <a:xfrm>
            <a:off x="6161025" y="2688000"/>
            <a:ext cx="701700" cy="5985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4" name="Google Shape;404;g393edb91c51_0_61"/>
          <p:cNvSpPr/>
          <p:nvPr/>
        </p:nvSpPr>
        <p:spPr>
          <a:xfrm>
            <a:off x="5368750" y="3565275"/>
            <a:ext cx="701700" cy="5985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5" name="Google Shape;405;g393edb91c51_0_61"/>
          <p:cNvSpPr txBox="1"/>
          <p:nvPr/>
        </p:nvSpPr>
        <p:spPr>
          <a:xfrm>
            <a:off x="1039050" y="1592725"/>
            <a:ext cx="3271200" cy="4848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Roboto"/>
                <a:ea typeface="Roboto"/>
                <a:cs typeface="Roboto"/>
                <a:sym typeface="Roboto"/>
              </a:rPr>
              <a:t>SUCCESS CRITERIA</a:t>
            </a:r>
            <a:endParaRPr b="1" i="0" sz="1800" u="none" cap="none" strike="noStrike">
              <a:solidFill>
                <a:schemeClr val="dk1"/>
              </a:solidFill>
              <a:latin typeface="Roboto"/>
              <a:ea typeface="Roboto"/>
              <a:cs typeface="Roboto"/>
              <a:sym typeface="Roboto"/>
            </a:endParaRPr>
          </a:p>
        </p:txBody>
      </p:sp>
      <p:sp>
        <p:nvSpPr>
          <p:cNvPr id="406" name="Google Shape;406;g393edb91c51_0_61"/>
          <p:cNvSpPr txBox="1"/>
          <p:nvPr/>
        </p:nvSpPr>
        <p:spPr>
          <a:xfrm>
            <a:off x="1039050" y="2077525"/>
            <a:ext cx="3271200" cy="2154600"/>
          </a:xfrm>
          <a:prstGeom prst="rect">
            <a:avLst/>
          </a:prstGeom>
          <a:solidFill>
            <a:srgbClr val="C9DAF8"/>
          </a:solid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the points in the task</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connectors</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time expressions</a:t>
            </a:r>
            <a:endParaRPr b="1" i="0" sz="1800" u="none" cap="none" strike="noStrike">
              <a:solidFill>
                <a:schemeClr val="dk2"/>
              </a:solidFill>
              <a:latin typeface="Roboto"/>
              <a:ea typeface="Roboto"/>
              <a:cs typeface="Roboto"/>
              <a:sym typeface="Roboto"/>
            </a:endParaRPr>
          </a:p>
          <a:p>
            <a:pPr indent="-342900" lvl="0" marL="457200" marR="0" rtl="0" algn="l">
              <a:lnSpc>
                <a:spcPct val="100000"/>
              </a:lnSpc>
              <a:spcBef>
                <a:spcPts val="0"/>
              </a:spcBef>
              <a:spcAft>
                <a:spcPts val="0"/>
              </a:spcAft>
              <a:buClr>
                <a:schemeClr val="dk2"/>
              </a:buClr>
              <a:buSzPts val="1800"/>
              <a:buFont typeface="Roboto"/>
              <a:buAutoNum type="arabicPeriod"/>
            </a:pPr>
            <a:r>
              <a:rPr b="1" i="0" lang="es" sz="1800" u="none" cap="none" strike="noStrike">
                <a:solidFill>
                  <a:schemeClr val="dk2"/>
                </a:solidFill>
                <a:latin typeface="Roboto"/>
                <a:ea typeface="Roboto"/>
                <a:cs typeface="Roboto"/>
                <a:sym typeface="Roboto"/>
              </a:rPr>
              <a:t>Include examples of past simple in positive and negative.</a:t>
            </a:r>
            <a:endParaRPr b="1" i="0" sz="1800" u="none" cap="none" strike="noStrike">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9"/>
          <p:cNvSpPr txBox="1"/>
          <p:nvPr/>
        </p:nvSpPr>
        <p:spPr>
          <a:xfrm>
            <a:off x="2004225" y="509850"/>
            <a:ext cx="5325300" cy="66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1" i="0" lang="es" sz="3400" u="none" cap="none" strike="noStrike">
                <a:solidFill>
                  <a:srgbClr val="0000FF"/>
                </a:solidFill>
                <a:latin typeface="Roboto"/>
                <a:ea typeface="Roboto"/>
                <a:cs typeface="Roboto"/>
                <a:sym typeface="Roboto"/>
              </a:rPr>
              <a:t>REFLECTION</a:t>
            </a:r>
            <a:endParaRPr b="1" i="0" sz="3400" u="none" cap="none" strike="noStrike">
              <a:solidFill>
                <a:srgbClr val="0000FF"/>
              </a:solidFill>
              <a:latin typeface="Roboto"/>
              <a:ea typeface="Roboto"/>
              <a:cs typeface="Roboto"/>
              <a:sym typeface="Roboto"/>
            </a:endParaRPr>
          </a:p>
        </p:txBody>
      </p:sp>
      <p:graphicFrame>
        <p:nvGraphicFramePr>
          <p:cNvPr id="412" name="Google Shape;412;p9"/>
          <p:cNvGraphicFramePr/>
          <p:nvPr/>
        </p:nvGraphicFramePr>
        <p:xfrm>
          <a:off x="560300" y="1396925"/>
          <a:ext cx="3000000" cy="3000000"/>
        </p:xfrm>
        <a:graphic>
          <a:graphicData uri="http://schemas.openxmlformats.org/drawingml/2006/table">
            <a:tbl>
              <a:tblPr>
                <a:noFill/>
                <a:tableStyleId>{6F10E070-846C-40B8-A474-8AF858F5C199}</a:tableStyleId>
              </a:tblPr>
              <a:tblGrid>
                <a:gridCol w="2005850"/>
                <a:gridCol w="2005850"/>
                <a:gridCol w="2005850"/>
                <a:gridCol w="2005850"/>
              </a:tblGrid>
              <a:tr h="413800">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s" sz="1400" u="none" cap="none" strike="noStrike"/>
                        <a:t>Yes</a:t>
                      </a:r>
                      <a:endParaRPr b="1"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t>In progress</a:t>
                      </a:r>
                      <a:endParaRPr b="1"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t>No</a:t>
                      </a:r>
                      <a:endParaRPr b="1" sz="1400" u="none" cap="none" strike="noStrike"/>
                    </a:p>
                  </a:txBody>
                  <a:tcPr marT="91425" marB="91425" marR="91425" marL="91425">
                    <a:solidFill>
                      <a:srgbClr val="00FFFF"/>
                    </a:solidFill>
                  </a:tcPr>
                </a:tc>
              </a:tr>
              <a:tr h="6620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 – I can write sentences using the Past Simple in positive and negative.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646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2 – I can use different connectors in a short text.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8938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3 – I can include time expressions in a short text.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CAPA 2024">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